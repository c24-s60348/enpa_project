
<file path=[Content_Types].xml><?xml version="1.0" encoding="utf-8"?>
<Types xmlns="http://schemas.openxmlformats.org/package/2006/content-types">
  <Default ContentType="image/jpeg" Extension="jpg"/>
  <Default ContentType="image/svg+xml" Extension="sv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1.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1.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 id="2147483651" r:id="rId6"/>
    <p:sldMasterId id="2147483653"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Lst>
  <p:sldSz cy="6858000" cx="12192000"/>
  <p:notesSz cx="6858000" cy="9144000"/>
  <p:defaultTextStyle>
    <a:defPPr lvl="0">
      <a:defRPr lang="en-US"/>
    </a:defPPr>
    <a:lvl1pPr defTabSz="914400" eaLnBrk="1" hangingPunct="1" latinLnBrk="0" lvl="0" marL="0" rtl="0" algn="l">
      <a:defRPr kern="1200" sz="1800">
        <a:solidFill>
          <a:schemeClr val="tx1"/>
        </a:solidFill>
        <a:latin typeface="+mn-lt"/>
        <a:ea typeface="+mn-ea"/>
        <a:cs typeface="+mn-cs"/>
      </a:defRPr>
    </a:lvl1pPr>
    <a:lvl2pPr defTabSz="914400" eaLnBrk="1" hangingPunct="1" latinLnBrk="0" lvl="1" marL="457200" rtl="0" algn="l">
      <a:defRPr kern="1200" sz="1800">
        <a:solidFill>
          <a:schemeClr val="tx1"/>
        </a:solidFill>
        <a:latin typeface="+mn-lt"/>
        <a:ea typeface="+mn-ea"/>
        <a:cs typeface="+mn-cs"/>
      </a:defRPr>
    </a:lvl2pPr>
    <a:lvl3pPr defTabSz="914400" eaLnBrk="1" hangingPunct="1" latinLnBrk="0" lvl="2" marL="914400" rtl="0" algn="l">
      <a:defRPr kern="1200" sz="1800">
        <a:solidFill>
          <a:schemeClr val="tx1"/>
        </a:solidFill>
        <a:latin typeface="+mn-lt"/>
        <a:ea typeface="+mn-ea"/>
        <a:cs typeface="+mn-cs"/>
      </a:defRPr>
    </a:lvl3pPr>
    <a:lvl4pPr defTabSz="914400" eaLnBrk="1" hangingPunct="1" latinLnBrk="0" lvl="3" marL="1371600" rtl="0" algn="l">
      <a:defRPr kern="1200" sz="1800">
        <a:solidFill>
          <a:schemeClr val="tx1"/>
        </a:solidFill>
        <a:latin typeface="+mn-lt"/>
        <a:ea typeface="+mn-ea"/>
        <a:cs typeface="+mn-cs"/>
      </a:defRPr>
    </a:lvl4pPr>
    <a:lvl5pPr defTabSz="914400" eaLnBrk="1" hangingPunct="1" latinLnBrk="0" lvl="4" marL="1828800" rtl="0" algn="l">
      <a:defRPr kern="1200" sz="1800">
        <a:solidFill>
          <a:schemeClr val="tx1"/>
        </a:solidFill>
        <a:latin typeface="+mn-lt"/>
        <a:ea typeface="+mn-ea"/>
        <a:cs typeface="+mn-cs"/>
      </a:defRPr>
    </a:lvl5pPr>
    <a:lvl6pPr defTabSz="914400" eaLnBrk="1" hangingPunct="1" latinLnBrk="0" lvl="5" marL="2286000" rtl="0" algn="l">
      <a:defRPr kern="1200" sz="1800">
        <a:solidFill>
          <a:schemeClr val="tx1"/>
        </a:solidFill>
        <a:latin typeface="+mn-lt"/>
        <a:ea typeface="+mn-ea"/>
        <a:cs typeface="+mn-cs"/>
      </a:defRPr>
    </a:lvl6pPr>
    <a:lvl7pPr defTabSz="914400" eaLnBrk="1" hangingPunct="1" latinLnBrk="0" lvl="6" marL="2743200" rtl="0" algn="l">
      <a:defRPr kern="1200" sz="1800">
        <a:solidFill>
          <a:schemeClr val="tx1"/>
        </a:solidFill>
        <a:latin typeface="+mn-lt"/>
        <a:ea typeface="+mn-ea"/>
        <a:cs typeface="+mn-cs"/>
      </a:defRPr>
    </a:lvl7pPr>
    <a:lvl8pPr defTabSz="914400" eaLnBrk="1" hangingPunct="1" latinLnBrk="0" lvl="7" marL="3200400" rtl="0" algn="l">
      <a:defRPr kern="1200" sz="1800">
        <a:solidFill>
          <a:schemeClr val="tx1"/>
        </a:solidFill>
        <a:latin typeface="+mn-lt"/>
        <a:ea typeface="+mn-ea"/>
        <a:cs typeface="+mn-cs"/>
      </a:defRPr>
    </a:lvl8pPr>
    <a:lvl9pPr defTabSz="914400" eaLnBrk="1" hangingPunct="1" latinLnBrk="0" lvl="8" marL="3657600" rtl="0" algn="l">
      <a:defRPr kern="1200" sz="1800">
        <a:solidFill>
          <a:schemeClr val="tx1"/>
        </a:solidFill>
        <a:latin typeface="+mn-lt"/>
        <a:ea typeface="+mn-ea"/>
        <a:cs typeface="+mn-cs"/>
      </a:defRPr>
    </a:lvl9pPr>
  </p:defaultTextStyle>
  <p:extLst>
    <p:ext uri="{EFAFB233-063F-42B5-8137-9DF3F51BA10A}">
      <p15:sldGuideLst>
        <p15:guide id="1" orient="horz" pos="2184">
          <p15:clr>
            <a:srgbClr val="A4A3A4"/>
          </p15:clr>
        </p15:guide>
        <p15:guide id="2" pos="3840">
          <p15:clr>
            <a:srgbClr val="A4A3A4"/>
          </p15:clr>
        </p15:guide>
      </p15:sldGuideLst>
    </p:ext>
  </p:extLst>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1.xml><?xml version="1.0" encoding="utf-8"?>
<a:tblStyleLst xmlns:a="http://schemas.openxmlformats.org/drawingml/2006/main" xmlns:r="http://schemas.openxmlformats.org/officeDocument/2006/relationships" def="{90651C3A-4460-11DB-9652-00E08161165F}">
  <a:tblStyle styleId="{E8B1032C-EA38-4F05-BA0D-38AFFFC7BED3}" styleName="Light Style 3 - Accent 6">
    <a:wholeTbl>
      <a:tcTxStyle>
        <a:fontRef idx="minor">
          <a:scrgbClr b="0" g="0" r="0"/>
        </a:fontRef>
        <a:schemeClr val="tx1"/>
      </a:tcTxStyle>
      <a:tcStyle>
        <a:tcBdr>
          <a:left>
            <a:ln cmpd="sng" w="12700">
              <a:solidFill>
                <a:schemeClr val="accent6"/>
              </a:solidFill>
            </a:ln>
          </a:left>
          <a:right>
            <a:ln cmpd="sng" w="12700">
              <a:solidFill>
                <a:schemeClr val="accent6"/>
              </a:solidFill>
            </a:ln>
          </a:right>
          <a:top>
            <a:ln cmpd="sng" w="12700">
              <a:solidFill>
                <a:schemeClr val="accent6"/>
              </a:solidFill>
            </a:ln>
          </a:top>
          <a:bottom>
            <a:ln cmpd="sng" w="12700">
              <a:solidFill>
                <a:schemeClr val="accent6"/>
              </a:solidFill>
            </a:ln>
          </a:bottom>
          <a:insideH>
            <a:ln cmpd="sng" w="12700">
              <a:solidFill>
                <a:schemeClr val="accent6"/>
              </a:solidFill>
            </a:ln>
          </a:insideH>
          <a:insideV>
            <a:ln cmpd="sng" w="12700">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cmpd="dbl" w="50800">
              <a:solidFill>
                <a:schemeClr val="accent6"/>
              </a:solidFill>
            </a:ln>
          </a:top>
        </a:tcBdr>
        <a:fill>
          <a:noFill/>
        </a:fill>
      </a:tcStyle>
    </a:lastRow>
    <a:firstRow>
      <a:tcTxStyle b="on"/>
      <a:tcStyle>
        <a:tcBdr>
          <a:bottom>
            <a:ln cmpd="sng" w="25400">
              <a:solidFill>
                <a:schemeClr val="accent6"/>
              </a:solidFill>
            </a:ln>
          </a:bottom>
        </a:tcBdr>
        <a:fill>
          <a:noFill/>
        </a:fill>
      </a:tcStyle>
    </a:firstRow>
  </a:tblStyle>
</a:tblStyleLst>
</file>

<file path=ppt/viewProps1.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84" orient="horz"/>
        <p:guide pos="384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3.xml"/><Relationship Id="rId10" Type="http://schemas.openxmlformats.org/officeDocument/2006/relationships/slide" Target="slides/slide2.xml"/><Relationship Id="rId13" Type="http://schemas.openxmlformats.org/officeDocument/2006/relationships/slide" Target="slides/slide5.xml"/><Relationship Id="rId12" Type="http://schemas.openxmlformats.org/officeDocument/2006/relationships/slide" Target="slides/slide4.xml"/><Relationship Id="rId1" Type="http://schemas.openxmlformats.org/officeDocument/2006/relationships/theme" Target="theme/theme1.xml"/><Relationship Id="rId2" Type="http://schemas.openxmlformats.org/officeDocument/2006/relationships/viewProps" Target="viewProps1.xml"/><Relationship Id="rId3" Type="http://schemas.openxmlformats.org/officeDocument/2006/relationships/presProps" Target="presProps1.xml"/><Relationship Id="rId4" Type="http://schemas.openxmlformats.org/officeDocument/2006/relationships/tableStyles" Target="tableStyles1.xml"/><Relationship Id="rId9" Type="http://schemas.openxmlformats.org/officeDocument/2006/relationships/slide" Target="slides/slide1.xml"/><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5" Type="http://schemas.openxmlformats.org/officeDocument/2006/relationships/slideMaster" Target="slideMasters/slideMaster1.xml"/><Relationship Id="rId6" Type="http://schemas.openxmlformats.org/officeDocument/2006/relationships/slideMaster" Target="slideMasters/slideMaster2.xml"/><Relationship Id="rId18" Type="http://schemas.openxmlformats.org/officeDocument/2006/relationships/slide" Target="slides/slide10.xml"/><Relationship Id="rId7" Type="http://schemas.openxmlformats.org/officeDocument/2006/relationships/slideMaster" Target="slideMasters/slideMaster3.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AAF045-FEF6-43EA-9CDC-C84FC3F85E9C}" type="datetimeFigureOut">
              <a:rPr lang="en-US" smtClean="0"/>
              <a:t>6/5/2026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2F1279-6CE4-4169-83D3-4483097B6907}" type="slidenum">
              <a:rPr lang="en-US" smtClean="0"/>
              <a:t>‹#›</a:t>
            </a:fld>
            <a:endParaRPr lang="en-US"/>
          </a:p>
        </p:txBody>
      </p:sp>
    </p:spTree>
    <p:extLst>
      <p:ext uri="{BB962C8B-B14F-4D97-AF65-F5344CB8AC3E}">
        <p14:creationId xmlns:p14="http://schemas.microsoft.com/office/powerpoint/2010/main" val="1405589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76917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d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06671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18993242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Contents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8394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Agenda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23200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Taam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 Placeholder 9">
            <a:extLst>
              <a:ext uri="{FF2B5EF4-FFF2-40B4-BE49-F238E27FC236}">
                <a16:creationId xmlns:a16="http://schemas.microsoft.com/office/drawing/2014/main" id="{EF70765A-4598-4D75-8EBE-B820808F6559}"/>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Our Team LAYOUT</a:t>
            </a:r>
          </a:p>
        </p:txBody>
      </p:sp>
      <p:sp>
        <p:nvSpPr>
          <p:cNvPr id="4" name="Picture Placeholder 2">
            <a:extLst>
              <a:ext uri="{FF2B5EF4-FFF2-40B4-BE49-F238E27FC236}">
                <a16:creationId xmlns:a16="http://schemas.microsoft.com/office/drawing/2014/main" id="{0AD18D4C-DFD6-4FA1-B525-54F8D18FBE4B}"/>
              </a:ext>
            </a:extLst>
          </p:cNvPr>
          <p:cNvSpPr>
            <a:spLocks noGrp="1"/>
          </p:cNvSpPr>
          <p:nvPr>
            <p:ph type="pic" idx="15" hasCustomPrompt="1"/>
          </p:nvPr>
        </p:nvSpPr>
        <p:spPr>
          <a:xfrm>
            <a:off x="3650190" y="1657274"/>
            <a:ext cx="2124000" cy="2095028"/>
          </a:xfrm>
          <a:prstGeom prst="rect">
            <a:avLst/>
          </a:prstGeom>
          <a:solidFill>
            <a:schemeClr val="bg1">
              <a:lumMod val="95000"/>
            </a:schemeClr>
          </a:solidFill>
          <a:ln w="127000">
            <a:noFill/>
          </a:ln>
        </p:spPr>
        <p:txBody>
          <a:bodyPr anchor="ctr"/>
          <a:lstStyle>
            <a:lvl1pPr marL="0" indent="0" algn="ctr">
              <a:buNone/>
              <a:defRPr sz="12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
        <p:nvSpPr>
          <p:cNvPr id="5" name="Picture Placeholder 2">
            <a:extLst>
              <a:ext uri="{FF2B5EF4-FFF2-40B4-BE49-F238E27FC236}">
                <a16:creationId xmlns:a16="http://schemas.microsoft.com/office/drawing/2014/main" id="{44C2D46D-8852-4C2C-B491-ABCCD3467206}"/>
              </a:ext>
            </a:extLst>
          </p:cNvPr>
          <p:cNvSpPr>
            <a:spLocks noGrp="1"/>
          </p:cNvSpPr>
          <p:nvPr>
            <p:ph type="pic" idx="16" hasCustomPrompt="1"/>
          </p:nvPr>
        </p:nvSpPr>
        <p:spPr>
          <a:xfrm>
            <a:off x="6403397" y="1657274"/>
            <a:ext cx="2124000" cy="2095028"/>
          </a:xfrm>
          <a:prstGeom prst="rect">
            <a:avLst/>
          </a:prstGeom>
          <a:solidFill>
            <a:schemeClr val="bg1">
              <a:lumMod val="95000"/>
            </a:schemeClr>
          </a:solidFill>
          <a:ln w="127000">
            <a:noFill/>
          </a:ln>
        </p:spPr>
        <p:txBody>
          <a:bodyPr anchor="ctr"/>
          <a:lstStyle>
            <a:lvl1pPr marL="0" indent="0" algn="ctr">
              <a:buNone/>
              <a:defRPr sz="12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
        <p:nvSpPr>
          <p:cNvPr id="6" name="Picture Placeholder 2">
            <a:extLst>
              <a:ext uri="{FF2B5EF4-FFF2-40B4-BE49-F238E27FC236}">
                <a16:creationId xmlns:a16="http://schemas.microsoft.com/office/drawing/2014/main" id="{5E43D96B-5FD5-4C15-A274-14AFF7ED0D90}"/>
              </a:ext>
            </a:extLst>
          </p:cNvPr>
          <p:cNvSpPr>
            <a:spLocks noGrp="1"/>
          </p:cNvSpPr>
          <p:nvPr>
            <p:ph type="pic" idx="17" hasCustomPrompt="1"/>
          </p:nvPr>
        </p:nvSpPr>
        <p:spPr>
          <a:xfrm>
            <a:off x="9156603" y="1657274"/>
            <a:ext cx="2124000" cy="2095028"/>
          </a:xfrm>
          <a:prstGeom prst="rect">
            <a:avLst/>
          </a:prstGeom>
          <a:solidFill>
            <a:schemeClr val="bg1">
              <a:lumMod val="95000"/>
            </a:schemeClr>
          </a:solidFill>
          <a:ln w="127000">
            <a:noFill/>
          </a:ln>
        </p:spPr>
        <p:txBody>
          <a:bodyPr anchor="ctr"/>
          <a:lstStyle>
            <a:lvl1pPr marL="0" indent="0" algn="ctr">
              <a:buNone/>
              <a:defRPr sz="12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
        <p:nvSpPr>
          <p:cNvPr id="7" name="Picture Placeholder 2">
            <a:extLst>
              <a:ext uri="{FF2B5EF4-FFF2-40B4-BE49-F238E27FC236}">
                <a16:creationId xmlns:a16="http://schemas.microsoft.com/office/drawing/2014/main" id="{A4BA3BAD-7611-4517-94E5-5537E57D0175}"/>
              </a:ext>
            </a:extLst>
          </p:cNvPr>
          <p:cNvSpPr>
            <a:spLocks noGrp="1"/>
          </p:cNvSpPr>
          <p:nvPr>
            <p:ph type="pic" idx="18" hasCustomPrompt="1"/>
          </p:nvPr>
        </p:nvSpPr>
        <p:spPr>
          <a:xfrm>
            <a:off x="896983" y="1657274"/>
            <a:ext cx="2124000" cy="2095028"/>
          </a:xfrm>
          <a:prstGeom prst="rect">
            <a:avLst/>
          </a:prstGeom>
          <a:solidFill>
            <a:schemeClr val="bg1">
              <a:lumMod val="95000"/>
            </a:schemeClr>
          </a:solidFill>
          <a:ln w="127000">
            <a:noFill/>
          </a:ln>
        </p:spPr>
        <p:txBody>
          <a:bodyPr anchor="ctr"/>
          <a:lstStyle>
            <a:lvl1pPr marL="0" indent="0" algn="ctr">
              <a:buNone/>
              <a:defRPr sz="12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7686641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Contents slide layout">
    <p:spTree>
      <p:nvGrpSpPr>
        <p:cNvPr id="1" name=""/>
        <p:cNvGrpSpPr/>
        <p:nvPr/>
      </p:nvGrpSpPr>
      <p:grpSpPr>
        <a:xfrm>
          <a:off x="0" y="0"/>
          <a:ext cx="0" cy="0"/>
          <a:chOff x="0" y="0"/>
          <a:chExt cx="0" cy="0"/>
        </a:xfrm>
      </p:grpSpPr>
      <p:sp>
        <p:nvSpPr>
          <p:cNvPr id="2" name="Picture Placeholder 3">
            <a:extLst>
              <a:ext uri="{FF2B5EF4-FFF2-40B4-BE49-F238E27FC236}">
                <a16:creationId xmlns:a16="http://schemas.microsoft.com/office/drawing/2014/main" id="{CE378419-10FD-482C-8562-C5A0916201B4}"/>
              </a:ext>
            </a:extLst>
          </p:cNvPr>
          <p:cNvSpPr>
            <a:spLocks noGrp="1"/>
          </p:cNvSpPr>
          <p:nvPr>
            <p:ph type="pic" sz="quarter" idx="14" hasCustomPrompt="1"/>
          </p:nvPr>
        </p:nvSpPr>
        <p:spPr>
          <a:xfrm>
            <a:off x="0" y="0"/>
            <a:ext cx="6504010" cy="6858000"/>
          </a:xfrm>
          <a:custGeom>
            <a:avLst/>
            <a:gdLst>
              <a:gd name="connsiteX0" fmla="*/ 2612170 w 6504010"/>
              <a:gd name="connsiteY0" fmla="*/ 0 h 6858000"/>
              <a:gd name="connsiteX1" fmla="*/ 4486354 w 6504010"/>
              <a:gd name="connsiteY1" fmla="*/ 0 h 6858000"/>
              <a:gd name="connsiteX2" fmla="*/ 6504010 w 6504010"/>
              <a:gd name="connsiteY2" fmla="*/ 4666806 h 6858000"/>
              <a:gd name="connsiteX3" fmla="*/ 1435812 w 6504010"/>
              <a:gd name="connsiteY3" fmla="*/ 6858000 h 6858000"/>
              <a:gd name="connsiteX4" fmla="*/ 1101944 w 6504010"/>
              <a:gd name="connsiteY4" fmla="*/ 6858000 h 6858000"/>
              <a:gd name="connsiteX5" fmla="*/ 0 w 6504010"/>
              <a:gd name="connsiteY5" fmla="*/ 4309223 h 6858000"/>
              <a:gd name="connsiteX6" fmla="*/ 0 w 6504010"/>
              <a:gd name="connsiteY6" fmla="*/ 112935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04010" h="6858000">
                <a:moveTo>
                  <a:pt x="2612170" y="0"/>
                </a:moveTo>
                <a:lnTo>
                  <a:pt x="4486354" y="0"/>
                </a:lnTo>
                <a:lnTo>
                  <a:pt x="6504010" y="4666806"/>
                </a:lnTo>
                <a:lnTo>
                  <a:pt x="1435812" y="6858000"/>
                </a:lnTo>
                <a:lnTo>
                  <a:pt x="1101944" y="6858000"/>
                </a:lnTo>
                <a:lnTo>
                  <a:pt x="0" y="4309223"/>
                </a:lnTo>
                <a:lnTo>
                  <a:pt x="0" y="1129351"/>
                </a:lnTo>
                <a:close/>
              </a:path>
            </a:pathLst>
          </a:custGeom>
          <a:solidFill>
            <a:schemeClr val="bg1">
              <a:lumMod val="95000"/>
            </a:schemeClr>
          </a:solidFill>
        </p:spPr>
        <p:txBody>
          <a:bodyPr wrap="square" anchor="ctr">
            <a:noAutofit/>
          </a:bodyPr>
          <a:lstStyle>
            <a:lvl1pPr marL="0" indent="0" algn="ctr">
              <a:buNone/>
              <a:defRPr sz="1600">
                <a:solidFill>
                  <a:schemeClr val="tx1">
                    <a:lumMod val="75000"/>
                    <a:lumOff val="25000"/>
                  </a:schemeClr>
                </a:solidFill>
                <a:latin typeface="+mn-lt"/>
              </a:defRPr>
            </a:lvl1pPr>
          </a:lstStyle>
          <a:p>
            <a:r>
              <a:rPr lang="en-US" altLang="ko-KR" dirty="0"/>
              <a:t>Place Your Picture Here</a:t>
            </a:r>
            <a:endParaRPr lang="ko-KR" altLang="en-US" dirty="0"/>
          </a:p>
        </p:txBody>
      </p:sp>
    </p:spTree>
    <p:extLst>
      <p:ext uri="{BB962C8B-B14F-4D97-AF65-F5344CB8AC3E}">
        <p14:creationId xmlns:p14="http://schemas.microsoft.com/office/powerpoint/2010/main" val="38332950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0445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Contents slide layout">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7C3A19E3-3CA4-4692-ADAF-F0620667E188}"/>
              </a:ext>
            </a:extLst>
          </p:cNvPr>
          <p:cNvSpPr/>
          <p:nvPr userDrawn="1"/>
        </p:nvSpPr>
        <p:spPr>
          <a:xfrm>
            <a:off x="0" y="4149081"/>
            <a:ext cx="12192000" cy="2708921"/>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solidFill>
                <a:schemeClr val="tx1"/>
              </a:solidFill>
            </a:endParaRPr>
          </a:p>
        </p:txBody>
      </p:sp>
      <p:grpSp>
        <p:nvGrpSpPr>
          <p:cNvPr id="3" name="그룹 2">
            <a:extLst>
              <a:ext uri="{FF2B5EF4-FFF2-40B4-BE49-F238E27FC236}">
                <a16:creationId xmlns:a16="http://schemas.microsoft.com/office/drawing/2014/main" id="{434D44A6-3683-4068-B617-01D7ADC423DF}"/>
              </a:ext>
            </a:extLst>
          </p:cNvPr>
          <p:cNvGrpSpPr/>
          <p:nvPr userDrawn="1"/>
        </p:nvGrpSpPr>
        <p:grpSpPr>
          <a:xfrm>
            <a:off x="4773970" y="1780622"/>
            <a:ext cx="2644061" cy="4736917"/>
            <a:chOff x="555386" y="1772815"/>
            <a:chExt cx="2644061" cy="4736917"/>
          </a:xfrm>
        </p:grpSpPr>
        <p:grpSp>
          <p:nvGrpSpPr>
            <p:cNvPr id="4" name="Group 1">
              <a:extLst>
                <a:ext uri="{FF2B5EF4-FFF2-40B4-BE49-F238E27FC236}">
                  <a16:creationId xmlns:a16="http://schemas.microsoft.com/office/drawing/2014/main" id="{517898EE-D1E5-4353-A7F3-5D4031D4389F}"/>
                </a:ext>
              </a:extLst>
            </p:cNvPr>
            <p:cNvGrpSpPr/>
            <p:nvPr userDrawn="1"/>
          </p:nvGrpSpPr>
          <p:grpSpPr>
            <a:xfrm>
              <a:off x="748335" y="1772815"/>
              <a:ext cx="2258161" cy="4506899"/>
              <a:chOff x="8767919" y="321075"/>
              <a:chExt cx="1576881" cy="3147180"/>
            </a:xfrm>
            <a:effectLst/>
          </p:grpSpPr>
          <p:sp>
            <p:nvSpPr>
              <p:cNvPr id="6" name="Graphic 2">
                <a:extLst>
                  <a:ext uri="{FF2B5EF4-FFF2-40B4-BE49-F238E27FC236}">
                    <a16:creationId xmlns:a16="http://schemas.microsoft.com/office/drawing/2014/main" id="{2456C020-07A3-41B6-BD4D-D90118321270}"/>
                  </a:ext>
                </a:extLst>
              </p:cNvPr>
              <p:cNvSpPr/>
              <p:nvPr/>
            </p:nvSpPr>
            <p:spPr>
              <a:xfrm>
                <a:off x="8770360" y="321075"/>
                <a:ext cx="1572696" cy="3147180"/>
              </a:xfrm>
              <a:custGeom>
                <a:avLst/>
                <a:gdLst>
                  <a:gd name="connsiteX0" fmla="*/ 2940654 w 3387838"/>
                  <a:gd name="connsiteY0" fmla="*/ 6858876 h 6858875"/>
                  <a:gd name="connsiteX1" fmla="*/ 447185 w 3387838"/>
                  <a:gd name="connsiteY1" fmla="*/ 6858876 h 6858875"/>
                  <a:gd name="connsiteX2" fmla="*/ 0 w 3387838"/>
                  <a:gd name="connsiteY2" fmla="*/ 6411691 h 6858875"/>
                  <a:gd name="connsiteX3" fmla="*/ 0 w 3387838"/>
                  <a:gd name="connsiteY3" fmla="*/ 447185 h 6858875"/>
                  <a:gd name="connsiteX4" fmla="*/ 447185 w 3387838"/>
                  <a:gd name="connsiteY4" fmla="*/ 0 h 6858875"/>
                  <a:gd name="connsiteX5" fmla="*/ 2940654 w 3387838"/>
                  <a:gd name="connsiteY5" fmla="*/ 0 h 6858875"/>
                  <a:gd name="connsiteX6" fmla="*/ 3387838 w 3387838"/>
                  <a:gd name="connsiteY6" fmla="*/ 447185 h 6858875"/>
                  <a:gd name="connsiteX7" fmla="*/ 3387838 w 3387838"/>
                  <a:gd name="connsiteY7" fmla="*/ 6411759 h 6858875"/>
                  <a:gd name="connsiteX8" fmla="*/ 2940654 w 3387838"/>
                  <a:gd name="connsiteY8" fmla="*/ 6858876 h 6858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7838" h="6858875">
                    <a:moveTo>
                      <a:pt x="2940654" y="6858876"/>
                    </a:moveTo>
                    <a:lnTo>
                      <a:pt x="447185" y="6858876"/>
                    </a:lnTo>
                    <a:cubicBezTo>
                      <a:pt x="200216" y="6858876"/>
                      <a:pt x="0" y="6658660"/>
                      <a:pt x="0" y="6411691"/>
                    </a:cubicBezTo>
                    <a:lnTo>
                      <a:pt x="0" y="447185"/>
                    </a:lnTo>
                    <a:cubicBezTo>
                      <a:pt x="67" y="200216"/>
                      <a:pt x="200216" y="0"/>
                      <a:pt x="447185" y="0"/>
                    </a:cubicBezTo>
                    <a:lnTo>
                      <a:pt x="2940654" y="0"/>
                    </a:lnTo>
                    <a:cubicBezTo>
                      <a:pt x="3187622" y="0"/>
                      <a:pt x="3387838" y="200216"/>
                      <a:pt x="3387838" y="447185"/>
                    </a:cubicBezTo>
                    <a:lnTo>
                      <a:pt x="3387838" y="6411759"/>
                    </a:lnTo>
                    <a:cubicBezTo>
                      <a:pt x="3387771" y="6658660"/>
                      <a:pt x="3187555" y="6858876"/>
                      <a:pt x="2940654" y="6858876"/>
                    </a:cubicBezTo>
                    <a:close/>
                  </a:path>
                </a:pathLst>
              </a:custGeom>
              <a:solidFill>
                <a:srgbClr val="D0D4D8"/>
              </a:solidFill>
              <a:ln w="6728" cap="flat">
                <a:noFill/>
                <a:prstDash val="solid"/>
                <a:miter/>
              </a:ln>
            </p:spPr>
            <p:txBody>
              <a:bodyPr rtlCol="0" anchor="ctr"/>
              <a:lstStyle/>
              <a:p>
                <a:endParaRPr lang="en-US"/>
              </a:p>
            </p:txBody>
          </p:sp>
          <p:sp>
            <p:nvSpPr>
              <p:cNvPr id="7" name="Graphic 2">
                <a:extLst>
                  <a:ext uri="{FF2B5EF4-FFF2-40B4-BE49-F238E27FC236}">
                    <a16:creationId xmlns:a16="http://schemas.microsoft.com/office/drawing/2014/main" id="{A01A2DA8-9B0C-4232-B2A3-051FD17C8B73}"/>
                  </a:ext>
                </a:extLst>
              </p:cNvPr>
              <p:cNvSpPr/>
              <p:nvPr/>
            </p:nvSpPr>
            <p:spPr>
              <a:xfrm>
                <a:off x="8791431" y="337582"/>
                <a:ext cx="1530553" cy="3114135"/>
              </a:xfrm>
              <a:custGeom>
                <a:avLst/>
                <a:gdLst>
                  <a:gd name="connsiteX0" fmla="*/ 2858870 w 3305986"/>
                  <a:gd name="connsiteY0" fmla="*/ 6786860 h 6786860"/>
                  <a:gd name="connsiteX1" fmla="*/ 447185 w 3305986"/>
                  <a:gd name="connsiteY1" fmla="*/ 6786860 h 6786860"/>
                  <a:gd name="connsiteX2" fmla="*/ 0 w 3305986"/>
                  <a:gd name="connsiteY2" fmla="*/ 6339676 h 6786860"/>
                  <a:gd name="connsiteX3" fmla="*/ 0 w 3305986"/>
                  <a:gd name="connsiteY3" fmla="*/ 447185 h 6786860"/>
                  <a:gd name="connsiteX4" fmla="*/ 447185 w 3305986"/>
                  <a:gd name="connsiteY4" fmla="*/ 0 h 6786860"/>
                  <a:gd name="connsiteX5" fmla="*/ 2858802 w 3305986"/>
                  <a:gd name="connsiteY5" fmla="*/ 0 h 6786860"/>
                  <a:gd name="connsiteX6" fmla="*/ 3305987 w 3305986"/>
                  <a:gd name="connsiteY6" fmla="*/ 447185 h 6786860"/>
                  <a:gd name="connsiteX7" fmla="*/ 3305987 w 3305986"/>
                  <a:gd name="connsiteY7" fmla="*/ 6339743 h 6786860"/>
                  <a:gd name="connsiteX8" fmla="*/ 2858870 w 3305986"/>
                  <a:gd name="connsiteY8" fmla="*/ 6786860 h 678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05986" h="6786860">
                    <a:moveTo>
                      <a:pt x="2858870" y="6786860"/>
                    </a:moveTo>
                    <a:lnTo>
                      <a:pt x="447185" y="6786860"/>
                    </a:lnTo>
                    <a:cubicBezTo>
                      <a:pt x="200216" y="6786860"/>
                      <a:pt x="0" y="6586644"/>
                      <a:pt x="0" y="6339676"/>
                    </a:cubicBezTo>
                    <a:lnTo>
                      <a:pt x="0" y="447185"/>
                    </a:lnTo>
                    <a:cubicBezTo>
                      <a:pt x="0" y="200216"/>
                      <a:pt x="200216" y="0"/>
                      <a:pt x="447185" y="0"/>
                    </a:cubicBezTo>
                    <a:lnTo>
                      <a:pt x="2858802" y="0"/>
                    </a:lnTo>
                    <a:cubicBezTo>
                      <a:pt x="3105771" y="0"/>
                      <a:pt x="3305987" y="200216"/>
                      <a:pt x="3305987" y="447185"/>
                    </a:cubicBezTo>
                    <a:lnTo>
                      <a:pt x="3305987" y="6339743"/>
                    </a:lnTo>
                    <a:cubicBezTo>
                      <a:pt x="3305987" y="6586644"/>
                      <a:pt x="3105771" y="6786860"/>
                      <a:pt x="2858870" y="6786860"/>
                    </a:cubicBezTo>
                    <a:close/>
                  </a:path>
                </a:pathLst>
              </a:custGeom>
              <a:solidFill>
                <a:srgbClr val="070808"/>
              </a:solidFill>
              <a:ln w="6728" cap="flat">
                <a:noFill/>
                <a:prstDash val="solid"/>
                <a:miter/>
              </a:ln>
            </p:spPr>
            <p:txBody>
              <a:bodyPr rtlCol="0" anchor="ctr"/>
              <a:lstStyle/>
              <a:p>
                <a:endParaRPr lang="en-US"/>
              </a:p>
            </p:txBody>
          </p:sp>
          <p:sp>
            <p:nvSpPr>
              <p:cNvPr id="8" name="Graphic 2">
                <a:extLst>
                  <a:ext uri="{FF2B5EF4-FFF2-40B4-BE49-F238E27FC236}">
                    <a16:creationId xmlns:a16="http://schemas.microsoft.com/office/drawing/2014/main" id="{01D280E7-7D25-43EF-8100-DA44BB593E31}"/>
                  </a:ext>
                </a:extLst>
              </p:cNvPr>
              <p:cNvSpPr/>
              <p:nvPr/>
            </p:nvSpPr>
            <p:spPr>
              <a:xfrm>
                <a:off x="8768197" y="768764"/>
                <a:ext cx="11004" cy="107231"/>
              </a:xfrm>
              <a:custGeom>
                <a:avLst/>
                <a:gdLst>
                  <a:gd name="connsiteX0" fmla="*/ 15158 w 23982"/>
                  <a:gd name="connsiteY0" fmla="*/ 233697 h 233697"/>
                  <a:gd name="connsiteX1" fmla="*/ 0 w 23982"/>
                  <a:gd name="connsiteY1" fmla="*/ 233697 h 233697"/>
                  <a:gd name="connsiteX2" fmla="*/ 0 w 23982"/>
                  <a:gd name="connsiteY2" fmla="*/ 0 h 233697"/>
                  <a:gd name="connsiteX3" fmla="*/ 15158 w 23982"/>
                  <a:gd name="connsiteY3" fmla="*/ 0 h 233697"/>
                  <a:gd name="connsiteX4" fmla="*/ 23983 w 23982"/>
                  <a:gd name="connsiteY4" fmla="*/ 8825 h 233697"/>
                  <a:gd name="connsiteX5" fmla="*/ 23983 w 23982"/>
                  <a:gd name="connsiteY5" fmla="*/ 224805 h 233697"/>
                  <a:gd name="connsiteX6" fmla="*/ 15158 w 23982"/>
                  <a:gd name="connsiteY6" fmla="*/ 233697 h 233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982" h="233697">
                    <a:moveTo>
                      <a:pt x="15158" y="233697"/>
                    </a:moveTo>
                    <a:lnTo>
                      <a:pt x="0" y="233697"/>
                    </a:lnTo>
                    <a:lnTo>
                      <a:pt x="0" y="0"/>
                    </a:lnTo>
                    <a:lnTo>
                      <a:pt x="15158" y="0"/>
                    </a:lnTo>
                    <a:cubicBezTo>
                      <a:pt x="20008" y="0"/>
                      <a:pt x="23983" y="3975"/>
                      <a:pt x="23983" y="8825"/>
                    </a:cubicBezTo>
                    <a:lnTo>
                      <a:pt x="23983" y="224805"/>
                    </a:lnTo>
                    <a:cubicBezTo>
                      <a:pt x="23983" y="229723"/>
                      <a:pt x="20008" y="233697"/>
                      <a:pt x="15158" y="233697"/>
                    </a:cubicBezTo>
                    <a:close/>
                  </a:path>
                </a:pathLst>
              </a:custGeom>
              <a:solidFill>
                <a:srgbClr val="364551"/>
              </a:solidFill>
              <a:ln w="6728" cap="flat">
                <a:noFill/>
                <a:prstDash val="solid"/>
                <a:miter/>
              </a:ln>
            </p:spPr>
            <p:txBody>
              <a:bodyPr rtlCol="0" anchor="ctr"/>
              <a:lstStyle/>
              <a:p>
                <a:endParaRPr lang="en-US"/>
              </a:p>
            </p:txBody>
          </p:sp>
          <p:sp>
            <p:nvSpPr>
              <p:cNvPr id="9" name="Graphic 2">
                <a:extLst>
                  <a:ext uri="{FF2B5EF4-FFF2-40B4-BE49-F238E27FC236}">
                    <a16:creationId xmlns:a16="http://schemas.microsoft.com/office/drawing/2014/main" id="{5F24EC7F-F3BF-453E-B5BB-6493588E5007}"/>
                  </a:ext>
                </a:extLst>
              </p:cNvPr>
              <p:cNvSpPr/>
              <p:nvPr/>
            </p:nvSpPr>
            <p:spPr>
              <a:xfrm>
                <a:off x="8768197" y="998838"/>
                <a:ext cx="15362" cy="213875"/>
              </a:xfrm>
              <a:custGeom>
                <a:avLst/>
                <a:gdLst>
                  <a:gd name="connsiteX0" fmla="*/ 24656 w 33481"/>
                  <a:gd name="connsiteY0" fmla="*/ 466115 h 466115"/>
                  <a:gd name="connsiteX1" fmla="*/ 10105 w 33481"/>
                  <a:gd name="connsiteY1" fmla="*/ 466115 h 466115"/>
                  <a:gd name="connsiteX2" fmla="*/ 0 w 33481"/>
                  <a:gd name="connsiteY2" fmla="*/ 456010 h 466115"/>
                  <a:gd name="connsiteX3" fmla="*/ 0 w 33481"/>
                  <a:gd name="connsiteY3" fmla="*/ 10105 h 466115"/>
                  <a:gd name="connsiteX4" fmla="*/ 10105 w 33481"/>
                  <a:gd name="connsiteY4" fmla="*/ 0 h 466115"/>
                  <a:gd name="connsiteX5" fmla="*/ 24656 w 33481"/>
                  <a:gd name="connsiteY5" fmla="*/ 0 h 466115"/>
                  <a:gd name="connsiteX6" fmla="*/ 33482 w 33481"/>
                  <a:gd name="connsiteY6" fmla="*/ 8825 h 466115"/>
                  <a:gd name="connsiteX7" fmla="*/ 33482 w 33481"/>
                  <a:gd name="connsiteY7" fmla="*/ 457223 h 466115"/>
                  <a:gd name="connsiteX8" fmla="*/ 24656 w 33481"/>
                  <a:gd name="connsiteY8" fmla="*/ 466115 h 466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466115">
                    <a:moveTo>
                      <a:pt x="24656" y="466115"/>
                    </a:moveTo>
                    <a:lnTo>
                      <a:pt x="10105" y="466115"/>
                    </a:lnTo>
                    <a:cubicBezTo>
                      <a:pt x="4514" y="466115"/>
                      <a:pt x="0" y="461601"/>
                      <a:pt x="0" y="456010"/>
                    </a:cubicBezTo>
                    <a:lnTo>
                      <a:pt x="0" y="10105"/>
                    </a:lnTo>
                    <a:cubicBezTo>
                      <a:pt x="0" y="4514"/>
                      <a:pt x="4514" y="0"/>
                      <a:pt x="10105" y="0"/>
                    </a:cubicBezTo>
                    <a:lnTo>
                      <a:pt x="24656" y="0"/>
                    </a:lnTo>
                    <a:cubicBezTo>
                      <a:pt x="29507" y="0"/>
                      <a:pt x="33482" y="3975"/>
                      <a:pt x="33482" y="8825"/>
                    </a:cubicBezTo>
                    <a:lnTo>
                      <a:pt x="33482" y="457223"/>
                    </a:lnTo>
                    <a:cubicBezTo>
                      <a:pt x="33482" y="462140"/>
                      <a:pt x="29507" y="466115"/>
                      <a:pt x="24656" y="466115"/>
                    </a:cubicBezTo>
                    <a:close/>
                  </a:path>
                </a:pathLst>
              </a:custGeom>
              <a:solidFill>
                <a:srgbClr val="364551"/>
              </a:solidFill>
              <a:ln w="6728" cap="flat">
                <a:noFill/>
                <a:prstDash val="solid"/>
                <a:miter/>
              </a:ln>
            </p:spPr>
            <p:txBody>
              <a:bodyPr rtlCol="0" anchor="ctr"/>
              <a:lstStyle/>
              <a:p>
                <a:endParaRPr lang="en-US"/>
              </a:p>
            </p:txBody>
          </p:sp>
          <p:sp>
            <p:nvSpPr>
              <p:cNvPr id="10" name="Graphic 2">
                <a:extLst>
                  <a:ext uri="{FF2B5EF4-FFF2-40B4-BE49-F238E27FC236}">
                    <a16:creationId xmlns:a16="http://schemas.microsoft.com/office/drawing/2014/main" id="{74D9B6EE-EB5D-4767-BD4A-93CC37831FD7}"/>
                  </a:ext>
                </a:extLst>
              </p:cNvPr>
              <p:cNvSpPr/>
              <p:nvPr/>
            </p:nvSpPr>
            <p:spPr>
              <a:xfrm>
                <a:off x="8768228" y="1014200"/>
                <a:ext cx="8686" cy="179100"/>
              </a:xfrm>
              <a:custGeom>
                <a:avLst/>
                <a:gdLst>
                  <a:gd name="connsiteX0" fmla="*/ 17650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650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650"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24" y="390327"/>
                      <a:pt x="17650" y="390327"/>
                    </a:cubicBezTo>
                    <a:close/>
                  </a:path>
                </a:pathLst>
              </a:custGeom>
              <a:solidFill>
                <a:srgbClr val="FAFDFF"/>
              </a:solidFill>
              <a:ln w="6728" cap="flat">
                <a:noFill/>
                <a:prstDash val="solid"/>
                <a:miter/>
              </a:ln>
            </p:spPr>
            <p:txBody>
              <a:bodyPr rtlCol="0" anchor="ctr"/>
              <a:lstStyle/>
              <a:p>
                <a:endParaRPr lang="en-US"/>
              </a:p>
            </p:txBody>
          </p:sp>
          <p:sp>
            <p:nvSpPr>
              <p:cNvPr id="11" name="Graphic 2">
                <a:extLst>
                  <a:ext uri="{FF2B5EF4-FFF2-40B4-BE49-F238E27FC236}">
                    <a16:creationId xmlns:a16="http://schemas.microsoft.com/office/drawing/2014/main" id="{A65ABFA1-8B6A-4EBD-BE12-00616DABD97A}"/>
                  </a:ext>
                </a:extLst>
              </p:cNvPr>
              <p:cNvSpPr/>
              <p:nvPr/>
            </p:nvSpPr>
            <p:spPr>
              <a:xfrm>
                <a:off x="8767919" y="1284428"/>
                <a:ext cx="15362" cy="213875"/>
              </a:xfrm>
              <a:custGeom>
                <a:avLst/>
                <a:gdLst>
                  <a:gd name="connsiteX0" fmla="*/ 24656 w 33481"/>
                  <a:gd name="connsiteY0" fmla="*/ 466115 h 466114"/>
                  <a:gd name="connsiteX1" fmla="*/ 10105 w 33481"/>
                  <a:gd name="connsiteY1" fmla="*/ 466115 h 466114"/>
                  <a:gd name="connsiteX2" fmla="*/ 0 w 33481"/>
                  <a:gd name="connsiteY2" fmla="*/ 456010 h 466114"/>
                  <a:gd name="connsiteX3" fmla="*/ 0 w 33481"/>
                  <a:gd name="connsiteY3" fmla="*/ 10105 h 466114"/>
                  <a:gd name="connsiteX4" fmla="*/ 10105 w 33481"/>
                  <a:gd name="connsiteY4" fmla="*/ 0 h 466114"/>
                  <a:gd name="connsiteX5" fmla="*/ 24656 w 33481"/>
                  <a:gd name="connsiteY5" fmla="*/ 0 h 466114"/>
                  <a:gd name="connsiteX6" fmla="*/ 33482 w 33481"/>
                  <a:gd name="connsiteY6" fmla="*/ 8825 h 466114"/>
                  <a:gd name="connsiteX7" fmla="*/ 33482 w 33481"/>
                  <a:gd name="connsiteY7" fmla="*/ 457222 h 466114"/>
                  <a:gd name="connsiteX8" fmla="*/ 24656 w 33481"/>
                  <a:gd name="connsiteY8" fmla="*/ 466115 h 466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466114">
                    <a:moveTo>
                      <a:pt x="24656" y="466115"/>
                    </a:moveTo>
                    <a:lnTo>
                      <a:pt x="10105" y="466115"/>
                    </a:lnTo>
                    <a:cubicBezTo>
                      <a:pt x="4514" y="466115"/>
                      <a:pt x="0" y="461601"/>
                      <a:pt x="0" y="456010"/>
                    </a:cubicBezTo>
                    <a:lnTo>
                      <a:pt x="0" y="10105"/>
                    </a:lnTo>
                    <a:cubicBezTo>
                      <a:pt x="0" y="4514"/>
                      <a:pt x="4514" y="0"/>
                      <a:pt x="10105" y="0"/>
                    </a:cubicBezTo>
                    <a:lnTo>
                      <a:pt x="24656" y="0"/>
                    </a:lnTo>
                    <a:cubicBezTo>
                      <a:pt x="29507" y="0"/>
                      <a:pt x="33482" y="3975"/>
                      <a:pt x="33482" y="8825"/>
                    </a:cubicBezTo>
                    <a:lnTo>
                      <a:pt x="33482" y="457222"/>
                    </a:lnTo>
                    <a:cubicBezTo>
                      <a:pt x="33482" y="462208"/>
                      <a:pt x="29507" y="466115"/>
                      <a:pt x="24656" y="466115"/>
                    </a:cubicBezTo>
                    <a:close/>
                  </a:path>
                </a:pathLst>
              </a:custGeom>
              <a:solidFill>
                <a:srgbClr val="364551"/>
              </a:solidFill>
              <a:ln w="6728" cap="flat">
                <a:noFill/>
                <a:prstDash val="solid"/>
                <a:miter/>
              </a:ln>
            </p:spPr>
            <p:txBody>
              <a:bodyPr rtlCol="0" anchor="ctr"/>
              <a:lstStyle/>
              <a:p>
                <a:endParaRPr lang="en-US"/>
              </a:p>
            </p:txBody>
          </p:sp>
          <p:sp>
            <p:nvSpPr>
              <p:cNvPr id="12" name="Graphic 2">
                <a:extLst>
                  <a:ext uri="{FF2B5EF4-FFF2-40B4-BE49-F238E27FC236}">
                    <a16:creationId xmlns:a16="http://schemas.microsoft.com/office/drawing/2014/main" id="{3CE48E8E-6706-42D5-AEE2-941F0F47D37F}"/>
                  </a:ext>
                </a:extLst>
              </p:cNvPr>
              <p:cNvSpPr/>
              <p:nvPr/>
            </p:nvSpPr>
            <p:spPr>
              <a:xfrm>
                <a:off x="8767919" y="1299791"/>
                <a:ext cx="8686" cy="179100"/>
              </a:xfrm>
              <a:custGeom>
                <a:avLst/>
                <a:gdLst>
                  <a:gd name="connsiteX0" fmla="*/ 17718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718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718"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91" y="390327"/>
                      <a:pt x="17718" y="390327"/>
                    </a:cubicBezTo>
                    <a:close/>
                  </a:path>
                </a:pathLst>
              </a:custGeom>
              <a:solidFill>
                <a:srgbClr val="FAFDFF"/>
              </a:solidFill>
              <a:ln w="6728" cap="flat">
                <a:noFill/>
                <a:prstDash val="solid"/>
                <a:miter/>
              </a:ln>
            </p:spPr>
            <p:txBody>
              <a:bodyPr rtlCol="0" anchor="ctr"/>
              <a:lstStyle/>
              <a:p>
                <a:endParaRPr lang="en-US"/>
              </a:p>
            </p:txBody>
          </p:sp>
          <p:sp>
            <p:nvSpPr>
              <p:cNvPr id="13" name="Graphic 2">
                <a:extLst>
                  <a:ext uri="{FF2B5EF4-FFF2-40B4-BE49-F238E27FC236}">
                    <a16:creationId xmlns:a16="http://schemas.microsoft.com/office/drawing/2014/main" id="{3DCF823F-3DD7-4874-9BBE-865831417501}"/>
                  </a:ext>
                </a:extLst>
              </p:cNvPr>
              <p:cNvSpPr/>
              <p:nvPr/>
            </p:nvSpPr>
            <p:spPr>
              <a:xfrm>
                <a:off x="10329438" y="1070583"/>
                <a:ext cx="15362" cy="346145"/>
              </a:xfrm>
              <a:custGeom>
                <a:avLst/>
                <a:gdLst>
                  <a:gd name="connsiteX0" fmla="*/ 24656 w 33481"/>
                  <a:gd name="connsiteY0" fmla="*/ 754380 h 754380"/>
                  <a:gd name="connsiteX1" fmla="*/ 10105 w 33481"/>
                  <a:gd name="connsiteY1" fmla="*/ 754380 h 754380"/>
                  <a:gd name="connsiteX2" fmla="*/ 0 w 33481"/>
                  <a:gd name="connsiteY2" fmla="*/ 744275 h 754380"/>
                  <a:gd name="connsiteX3" fmla="*/ 0 w 33481"/>
                  <a:gd name="connsiteY3" fmla="*/ 10105 h 754380"/>
                  <a:gd name="connsiteX4" fmla="*/ 10105 w 33481"/>
                  <a:gd name="connsiteY4" fmla="*/ 0 h 754380"/>
                  <a:gd name="connsiteX5" fmla="*/ 24656 w 33481"/>
                  <a:gd name="connsiteY5" fmla="*/ 0 h 754380"/>
                  <a:gd name="connsiteX6" fmla="*/ 33482 w 33481"/>
                  <a:gd name="connsiteY6" fmla="*/ 8825 h 754380"/>
                  <a:gd name="connsiteX7" fmla="*/ 33482 w 33481"/>
                  <a:gd name="connsiteY7" fmla="*/ 745555 h 754380"/>
                  <a:gd name="connsiteX8" fmla="*/ 24656 w 33481"/>
                  <a:gd name="connsiteY8" fmla="*/ 754380 h 754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754380">
                    <a:moveTo>
                      <a:pt x="24656" y="754380"/>
                    </a:moveTo>
                    <a:lnTo>
                      <a:pt x="10105" y="754380"/>
                    </a:lnTo>
                    <a:cubicBezTo>
                      <a:pt x="4514" y="754380"/>
                      <a:pt x="0" y="749866"/>
                      <a:pt x="0" y="744275"/>
                    </a:cubicBezTo>
                    <a:lnTo>
                      <a:pt x="0" y="10105"/>
                    </a:lnTo>
                    <a:cubicBezTo>
                      <a:pt x="0" y="4514"/>
                      <a:pt x="4514" y="0"/>
                      <a:pt x="10105" y="0"/>
                    </a:cubicBezTo>
                    <a:lnTo>
                      <a:pt x="24656" y="0"/>
                    </a:lnTo>
                    <a:cubicBezTo>
                      <a:pt x="29507" y="0"/>
                      <a:pt x="33482" y="3975"/>
                      <a:pt x="33482" y="8825"/>
                    </a:cubicBezTo>
                    <a:lnTo>
                      <a:pt x="33482" y="745555"/>
                    </a:lnTo>
                    <a:cubicBezTo>
                      <a:pt x="33482" y="750405"/>
                      <a:pt x="29507" y="754380"/>
                      <a:pt x="24656" y="754380"/>
                    </a:cubicBezTo>
                    <a:close/>
                  </a:path>
                </a:pathLst>
              </a:custGeom>
              <a:solidFill>
                <a:srgbClr val="8A9096"/>
              </a:solidFill>
              <a:ln w="6728" cap="flat">
                <a:noFill/>
                <a:prstDash val="solid"/>
                <a:miter/>
              </a:ln>
            </p:spPr>
            <p:txBody>
              <a:bodyPr rtlCol="0" anchor="ctr"/>
              <a:lstStyle/>
              <a:p>
                <a:pPr lvl="0"/>
                <a:endParaRPr lang="en-US"/>
              </a:p>
            </p:txBody>
          </p:sp>
          <p:sp>
            <p:nvSpPr>
              <p:cNvPr id="14" name="Graphic 2">
                <a:extLst>
                  <a:ext uri="{FF2B5EF4-FFF2-40B4-BE49-F238E27FC236}">
                    <a16:creationId xmlns:a16="http://schemas.microsoft.com/office/drawing/2014/main" id="{777F5C26-074F-47A2-B24F-E8B5A3C2369C}"/>
                  </a:ext>
                </a:extLst>
              </p:cNvPr>
              <p:cNvSpPr/>
              <p:nvPr/>
            </p:nvSpPr>
            <p:spPr>
              <a:xfrm>
                <a:off x="10336113" y="1095466"/>
                <a:ext cx="8686" cy="289856"/>
              </a:xfrm>
              <a:custGeom>
                <a:avLst/>
                <a:gdLst>
                  <a:gd name="connsiteX0" fmla="*/ 17650 w 18930"/>
                  <a:gd name="connsiteY0" fmla="*/ 631704 h 631704"/>
                  <a:gd name="connsiteX1" fmla="*/ 1886 w 18930"/>
                  <a:gd name="connsiteY1" fmla="*/ 631704 h 631704"/>
                  <a:gd name="connsiteX2" fmla="*/ 0 w 18930"/>
                  <a:gd name="connsiteY2" fmla="*/ 629818 h 631704"/>
                  <a:gd name="connsiteX3" fmla="*/ 0 w 18930"/>
                  <a:gd name="connsiteY3" fmla="*/ 1886 h 631704"/>
                  <a:gd name="connsiteX4" fmla="*/ 1886 w 18930"/>
                  <a:gd name="connsiteY4" fmla="*/ 0 h 631704"/>
                  <a:gd name="connsiteX5" fmla="*/ 17650 w 18930"/>
                  <a:gd name="connsiteY5" fmla="*/ 0 h 631704"/>
                  <a:gd name="connsiteX6" fmla="*/ 18930 w 18930"/>
                  <a:gd name="connsiteY6" fmla="*/ 1280 h 631704"/>
                  <a:gd name="connsiteX7" fmla="*/ 18930 w 18930"/>
                  <a:gd name="connsiteY7" fmla="*/ 630491 h 631704"/>
                  <a:gd name="connsiteX8" fmla="*/ 17650 w 18930"/>
                  <a:gd name="connsiteY8" fmla="*/ 631704 h 631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631704">
                    <a:moveTo>
                      <a:pt x="17650" y="631704"/>
                    </a:moveTo>
                    <a:lnTo>
                      <a:pt x="1886" y="631704"/>
                    </a:lnTo>
                    <a:cubicBezTo>
                      <a:pt x="808" y="631704"/>
                      <a:pt x="0" y="630828"/>
                      <a:pt x="0" y="629818"/>
                    </a:cubicBezTo>
                    <a:lnTo>
                      <a:pt x="0" y="1886"/>
                    </a:lnTo>
                    <a:cubicBezTo>
                      <a:pt x="0" y="808"/>
                      <a:pt x="876" y="0"/>
                      <a:pt x="1886" y="0"/>
                    </a:cubicBezTo>
                    <a:lnTo>
                      <a:pt x="17650" y="0"/>
                    </a:lnTo>
                    <a:cubicBezTo>
                      <a:pt x="18324" y="0"/>
                      <a:pt x="18930" y="539"/>
                      <a:pt x="18930" y="1280"/>
                    </a:cubicBezTo>
                    <a:lnTo>
                      <a:pt x="18930" y="630491"/>
                    </a:lnTo>
                    <a:cubicBezTo>
                      <a:pt x="18863" y="631098"/>
                      <a:pt x="18324" y="631704"/>
                      <a:pt x="17650" y="631704"/>
                    </a:cubicBezTo>
                    <a:close/>
                  </a:path>
                </a:pathLst>
              </a:custGeom>
              <a:solidFill>
                <a:srgbClr val="4A4C4D"/>
              </a:solidFill>
              <a:ln w="6728" cap="flat">
                <a:noFill/>
                <a:prstDash val="solid"/>
                <a:miter/>
              </a:ln>
            </p:spPr>
            <p:txBody>
              <a:bodyPr rtlCol="0" anchor="ctr"/>
              <a:lstStyle/>
              <a:p>
                <a:pPr lvl="0"/>
                <a:endParaRPr lang="en-US"/>
              </a:p>
            </p:txBody>
          </p:sp>
          <p:sp>
            <p:nvSpPr>
              <p:cNvPr id="15" name="Graphic 2">
                <a:extLst>
                  <a:ext uri="{FF2B5EF4-FFF2-40B4-BE49-F238E27FC236}">
                    <a16:creationId xmlns:a16="http://schemas.microsoft.com/office/drawing/2014/main" id="{554EEE78-96F0-488C-AB25-1663294BCF5C}"/>
                  </a:ext>
                </a:extLst>
              </p:cNvPr>
              <p:cNvSpPr/>
              <p:nvPr/>
            </p:nvSpPr>
            <p:spPr>
              <a:xfrm>
                <a:off x="10332372" y="1794713"/>
                <a:ext cx="12426" cy="237214"/>
              </a:xfrm>
              <a:custGeom>
                <a:avLst/>
                <a:gdLst>
                  <a:gd name="connsiteX0" fmla="*/ 18257 w 27081"/>
                  <a:gd name="connsiteY0" fmla="*/ 516977 h 516977"/>
                  <a:gd name="connsiteX1" fmla="*/ 10105 w 27081"/>
                  <a:gd name="connsiteY1" fmla="*/ 516977 h 516977"/>
                  <a:gd name="connsiteX2" fmla="*/ 0 w 27081"/>
                  <a:gd name="connsiteY2" fmla="*/ 506872 h 516977"/>
                  <a:gd name="connsiteX3" fmla="*/ 0 w 27081"/>
                  <a:gd name="connsiteY3" fmla="*/ 10105 h 516977"/>
                  <a:gd name="connsiteX4" fmla="*/ 10105 w 27081"/>
                  <a:gd name="connsiteY4" fmla="*/ 0 h 516977"/>
                  <a:gd name="connsiteX5" fmla="*/ 18257 w 27081"/>
                  <a:gd name="connsiteY5" fmla="*/ 0 h 516977"/>
                  <a:gd name="connsiteX6" fmla="*/ 27082 w 27081"/>
                  <a:gd name="connsiteY6" fmla="*/ 8825 h 516977"/>
                  <a:gd name="connsiteX7" fmla="*/ 27082 w 27081"/>
                  <a:gd name="connsiteY7" fmla="*/ 508152 h 516977"/>
                  <a:gd name="connsiteX8" fmla="*/ 18257 w 27081"/>
                  <a:gd name="connsiteY8" fmla="*/ 516977 h 516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081" h="516977">
                    <a:moveTo>
                      <a:pt x="18257" y="516977"/>
                    </a:moveTo>
                    <a:lnTo>
                      <a:pt x="10105" y="516977"/>
                    </a:lnTo>
                    <a:cubicBezTo>
                      <a:pt x="4514" y="516977"/>
                      <a:pt x="0" y="512464"/>
                      <a:pt x="0" y="506872"/>
                    </a:cubicBezTo>
                    <a:lnTo>
                      <a:pt x="0" y="10105"/>
                    </a:lnTo>
                    <a:cubicBezTo>
                      <a:pt x="0" y="4514"/>
                      <a:pt x="4514" y="0"/>
                      <a:pt x="10105" y="0"/>
                    </a:cubicBezTo>
                    <a:lnTo>
                      <a:pt x="18257" y="0"/>
                    </a:lnTo>
                    <a:cubicBezTo>
                      <a:pt x="23107" y="0"/>
                      <a:pt x="27082" y="3975"/>
                      <a:pt x="27082" y="8825"/>
                    </a:cubicBezTo>
                    <a:lnTo>
                      <a:pt x="27082" y="508152"/>
                    </a:lnTo>
                    <a:cubicBezTo>
                      <a:pt x="27082" y="513003"/>
                      <a:pt x="23107" y="516977"/>
                      <a:pt x="18257" y="516977"/>
                    </a:cubicBezTo>
                    <a:close/>
                  </a:path>
                </a:pathLst>
              </a:custGeom>
              <a:solidFill>
                <a:srgbClr val="8A9096"/>
              </a:solidFill>
              <a:ln w="6728" cap="flat">
                <a:noFill/>
                <a:prstDash val="solid"/>
                <a:miter/>
              </a:ln>
            </p:spPr>
            <p:txBody>
              <a:bodyPr rtlCol="0" anchor="ctr"/>
              <a:lstStyle/>
              <a:p>
                <a:endParaRPr lang="en-US"/>
              </a:p>
            </p:txBody>
          </p:sp>
          <p:sp>
            <p:nvSpPr>
              <p:cNvPr id="16" name="Graphic 2">
                <a:extLst>
                  <a:ext uri="{FF2B5EF4-FFF2-40B4-BE49-F238E27FC236}">
                    <a16:creationId xmlns:a16="http://schemas.microsoft.com/office/drawing/2014/main" id="{4655A846-AF9B-4027-BC00-5757CF3AB96B}"/>
                  </a:ext>
                </a:extLst>
              </p:cNvPr>
              <p:cNvSpPr/>
              <p:nvPr/>
            </p:nvSpPr>
            <p:spPr>
              <a:xfrm>
                <a:off x="10337751" y="1811744"/>
                <a:ext cx="7047" cy="198636"/>
              </a:xfrm>
              <a:custGeom>
                <a:avLst/>
                <a:gdLst>
                  <a:gd name="connsiteX0" fmla="*/ 14080 w 15359"/>
                  <a:gd name="connsiteY0" fmla="*/ 432903 h 432902"/>
                  <a:gd name="connsiteX1" fmla="*/ 1886 w 15359"/>
                  <a:gd name="connsiteY1" fmla="*/ 432903 h 432902"/>
                  <a:gd name="connsiteX2" fmla="*/ 0 w 15359"/>
                  <a:gd name="connsiteY2" fmla="*/ 431016 h 432902"/>
                  <a:gd name="connsiteX3" fmla="*/ 0 w 15359"/>
                  <a:gd name="connsiteY3" fmla="*/ 1886 h 432902"/>
                  <a:gd name="connsiteX4" fmla="*/ 1886 w 15359"/>
                  <a:gd name="connsiteY4" fmla="*/ 0 h 432902"/>
                  <a:gd name="connsiteX5" fmla="*/ 14080 w 15359"/>
                  <a:gd name="connsiteY5" fmla="*/ 0 h 432902"/>
                  <a:gd name="connsiteX6" fmla="*/ 15360 w 15359"/>
                  <a:gd name="connsiteY6" fmla="*/ 1280 h 432902"/>
                  <a:gd name="connsiteX7" fmla="*/ 15360 w 15359"/>
                  <a:gd name="connsiteY7" fmla="*/ 431690 h 432902"/>
                  <a:gd name="connsiteX8" fmla="*/ 14080 w 15359"/>
                  <a:gd name="connsiteY8" fmla="*/ 432903 h 432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359" h="432902">
                    <a:moveTo>
                      <a:pt x="14080" y="432903"/>
                    </a:moveTo>
                    <a:lnTo>
                      <a:pt x="1886" y="432903"/>
                    </a:lnTo>
                    <a:cubicBezTo>
                      <a:pt x="808" y="432903"/>
                      <a:pt x="0" y="432027"/>
                      <a:pt x="0" y="431016"/>
                    </a:cubicBezTo>
                    <a:lnTo>
                      <a:pt x="0" y="1886"/>
                    </a:lnTo>
                    <a:cubicBezTo>
                      <a:pt x="0" y="808"/>
                      <a:pt x="876" y="0"/>
                      <a:pt x="1886" y="0"/>
                    </a:cubicBezTo>
                    <a:lnTo>
                      <a:pt x="14080" y="0"/>
                    </a:lnTo>
                    <a:cubicBezTo>
                      <a:pt x="14753" y="0"/>
                      <a:pt x="15360" y="539"/>
                      <a:pt x="15360" y="1280"/>
                    </a:cubicBezTo>
                    <a:lnTo>
                      <a:pt x="15360" y="431690"/>
                    </a:lnTo>
                    <a:cubicBezTo>
                      <a:pt x="15360" y="432364"/>
                      <a:pt x="14821" y="432903"/>
                      <a:pt x="14080" y="432903"/>
                    </a:cubicBezTo>
                    <a:close/>
                  </a:path>
                </a:pathLst>
              </a:custGeom>
              <a:solidFill>
                <a:srgbClr val="4A4C4D"/>
              </a:solidFill>
              <a:ln w="6728" cap="flat">
                <a:noFill/>
                <a:prstDash val="solid"/>
                <a:miter/>
              </a:ln>
            </p:spPr>
            <p:txBody>
              <a:bodyPr rtlCol="0" anchor="ctr"/>
              <a:lstStyle/>
              <a:p>
                <a:endParaRPr lang="en-US"/>
              </a:p>
            </p:txBody>
          </p:sp>
          <p:sp>
            <p:nvSpPr>
              <p:cNvPr id="17" name="Oval 216">
                <a:extLst>
                  <a:ext uri="{FF2B5EF4-FFF2-40B4-BE49-F238E27FC236}">
                    <a16:creationId xmlns:a16="http://schemas.microsoft.com/office/drawing/2014/main" id="{6262B66D-9878-491D-A3C1-44030F1AFA60}"/>
                  </a:ext>
                </a:extLst>
              </p:cNvPr>
              <p:cNvSpPr>
                <a:spLocks noChangeAspect="1"/>
              </p:cNvSpPr>
              <p:nvPr/>
            </p:nvSpPr>
            <p:spPr>
              <a:xfrm>
                <a:off x="9814840" y="385880"/>
                <a:ext cx="73152" cy="73152"/>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217">
                <a:extLst>
                  <a:ext uri="{FF2B5EF4-FFF2-40B4-BE49-F238E27FC236}">
                    <a16:creationId xmlns:a16="http://schemas.microsoft.com/office/drawing/2014/main" id="{0900F4D0-B9C3-423D-9640-42D2AB00C016}"/>
                  </a:ext>
                </a:extLst>
              </p:cNvPr>
              <p:cNvSpPr>
                <a:spLocks noChangeAspect="1"/>
              </p:cNvSpPr>
              <p:nvPr/>
            </p:nvSpPr>
            <p:spPr>
              <a:xfrm>
                <a:off x="9819414" y="390452"/>
                <a:ext cx="64008" cy="64008"/>
              </a:xfrm>
              <a:prstGeom prst="ellipse">
                <a:avLst/>
              </a:prstGeom>
              <a:solidFill>
                <a:srgbClr val="070808"/>
              </a:solidFill>
              <a:ln w="672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solidFill>
                    <a:schemeClr val="tx1"/>
                  </a:solidFill>
                </a:endParaRPr>
              </a:p>
            </p:txBody>
          </p:sp>
          <p:sp>
            <p:nvSpPr>
              <p:cNvPr id="19" name="Oval 218">
                <a:extLst>
                  <a:ext uri="{FF2B5EF4-FFF2-40B4-BE49-F238E27FC236}">
                    <a16:creationId xmlns:a16="http://schemas.microsoft.com/office/drawing/2014/main" id="{CA6634C5-E32B-4A74-AE2A-674F742762D7}"/>
                  </a:ext>
                </a:extLst>
              </p:cNvPr>
              <p:cNvSpPr/>
              <p:nvPr/>
            </p:nvSpPr>
            <p:spPr>
              <a:xfrm>
                <a:off x="9835596" y="406637"/>
                <a:ext cx="31638" cy="31638"/>
              </a:xfrm>
              <a:prstGeom prst="ellipse">
                <a:avLst/>
              </a:prstGeom>
              <a:solidFill>
                <a:schemeClr val="tx1">
                  <a:lumMod val="85000"/>
                  <a:lumOff val="15000"/>
                </a:schemeClr>
              </a:solidFill>
              <a:ln w="672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solidFill>
                    <a:schemeClr val="tx1"/>
                  </a:solidFill>
                </a:endParaRPr>
              </a:p>
            </p:txBody>
          </p:sp>
          <p:sp>
            <p:nvSpPr>
              <p:cNvPr id="20" name="Oval 219">
                <a:extLst>
                  <a:ext uri="{FF2B5EF4-FFF2-40B4-BE49-F238E27FC236}">
                    <a16:creationId xmlns:a16="http://schemas.microsoft.com/office/drawing/2014/main" id="{5B8E5214-3ECF-4835-A717-29B14A672DE8}"/>
                  </a:ext>
                </a:extLst>
              </p:cNvPr>
              <p:cNvSpPr/>
              <p:nvPr/>
            </p:nvSpPr>
            <p:spPr>
              <a:xfrm>
                <a:off x="9843025" y="414064"/>
                <a:ext cx="16783" cy="16783"/>
              </a:xfrm>
              <a:prstGeom prst="ellipse">
                <a:avLst/>
              </a:prstGeom>
              <a:solidFill>
                <a:srgbClr val="081422"/>
              </a:solidFill>
              <a:ln w="672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solidFill>
                    <a:schemeClr val="tx1"/>
                  </a:solidFill>
                </a:endParaRPr>
              </a:p>
            </p:txBody>
          </p:sp>
          <p:sp>
            <p:nvSpPr>
              <p:cNvPr id="21" name="Graphic 2">
                <a:extLst>
                  <a:ext uri="{FF2B5EF4-FFF2-40B4-BE49-F238E27FC236}">
                    <a16:creationId xmlns:a16="http://schemas.microsoft.com/office/drawing/2014/main" id="{5EBC6AAD-619C-4317-A1CA-47270ABE9AC2}"/>
                  </a:ext>
                </a:extLst>
              </p:cNvPr>
              <p:cNvSpPr/>
              <p:nvPr userDrawn="1"/>
            </p:nvSpPr>
            <p:spPr>
              <a:xfrm flipH="1">
                <a:off x="8769273" y="781546"/>
                <a:ext cx="5842" cy="81663"/>
              </a:xfrm>
              <a:custGeom>
                <a:avLst/>
                <a:gdLst>
                  <a:gd name="connsiteX0" fmla="*/ 17650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650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650"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24" y="390327"/>
                      <a:pt x="17650" y="390327"/>
                    </a:cubicBezTo>
                    <a:close/>
                  </a:path>
                </a:pathLst>
              </a:custGeom>
              <a:solidFill>
                <a:srgbClr val="FAFDFF"/>
              </a:solidFill>
              <a:ln w="6728" cap="flat">
                <a:noFill/>
                <a:prstDash val="solid"/>
                <a:miter/>
              </a:ln>
            </p:spPr>
            <p:txBody>
              <a:bodyPr rtlCol="0" anchor="ctr"/>
              <a:lstStyle/>
              <a:p>
                <a:endParaRPr lang="en-US"/>
              </a:p>
            </p:txBody>
          </p:sp>
        </p:grpSp>
        <p:sp>
          <p:nvSpPr>
            <p:cNvPr id="5" name="사다리꼴 4">
              <a:extLst>
                <a:ext uri="{FF2B5EF4-FFF2-40B4-BE49-F238E27FC236}">
                  <a16:creationId xmlns:a16="http://schemas.microsoft.com/office/drawing/2014/main" id="{9FC79E29-D173-444A-9D06-06F98CFB00E1}"/>
                </a:ext>
              </a:extLst>
            </p:cNvPr>
            <p:cNvSpPr/>
            <p:nvPr userDrawn="1"/>
          </p:nvSpPr>
          <p:spPr>
            <a:xfrm>
              <a:off x="555386" y="6085986"/>
              <a:ext cx="2644061" cy="423746"/>
            </a:xfrm>
            <a:prstGeom prst="trapezoid">
              <a:avLst>
                <a:gd name="adj" fmla="val 35526"/>
              </a:avLst>
            </a:prstGeom>
            <a:solidFill>
              <a:schemeClr val="tx1">
                <a:lumMod val="75000"/>
                <a:lumOff val="25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22" name="그림 개체 틀 28">
            <a:extLst>
              <a:ext uri="{FF2B5EF4-FFF2-40B4-BE49-F238E27FC236}">
                <a16:creationId xmlns:a16="http://schemas.microsoft.com/office/drawing/2014/main" id="{ABB52DEE-2900-414D-9352-0677C7CE6789}"/>
              </a:ext>
            </a:extLst>
          </p:cNvPr>
          <p:cNvSpPr>
            <a:spLocks noGrp="1"/>
          </p:cNvSpPr>
          <p:nvPr>
            <p:ph type="pic" sz="quarter" idx="14" hasCustomPrompt="1"/>
          </p:nvPr>
        </p:nvSpPr>
        <p:spPr>
          <a:xfrm>
            <a:off x="5052780" y="1881063"/>
            <a:ext cx="2086440" cy="4306019"/>
          </a:xfrm>
          <a:custGeom>
            <a:avLst/>
            <a:gdLst>
              <a:gd name="connsiteX0" fmla="*/ 224424 w 2086440"/>
              <a:gd name="connsiteY0" fmla="*/ 0 h 4306019"/>
              <a:gd name="connsiteX1" fmla="*/ 423133 w 2086440"/>
              <a:gd name="connsiteY1" fmla="*/ 0 h 4306019"/>
              <a:gd name="connsiteX2" fmla="*/ 442396 w 2086440"/>
              <a:gd name="connsiteY2" fmla="*/ 18238 h 4306019"/>
              <a:gd name="connsiteX3" fmla="*/ 591450 w 2086440"/>
              <a:gd name="connsiteY3" fmla="*/ 159360 h 4306019"/>
              <a:gd name="connsiteX4" fmla="*/ 1485639 w 2086440"/>
              <a:gd name="connsiteY4" fmla="*/ 159360 h 4306019"/>
              <a:gd name="connsiteX5" fmla="*/ 1634694 w 2086440"/>
              <a:gd name="connsiteY5" fmla="*/ 18238 h 4306019"/>
              <a:gd name="connsiteX6" fmla="*/ 1653957 w 2086440"/>
              <a:gd name="connsiteY6" fmla="*/ 0 h 4306019"/>
              <a:gd name="connsiteX7" fmla="*/ 1862017 w 2086440"/>
              <a:gd name="connsiteY7" fmla="*/ 0 h 4306019"/>
              <a:gd name="connsiteX8" fmla="*/ 2086440 w 2086440"/>
              <a:gd name="connsiteY8" fmla="*/ 212479 h 4306019"/>
              <a:gd name="connsiteX9" fmla="*/ 2086440 w 2086440"/>
              <a:gd name="connsiteY9" fmla="*/ 4093539 h 4306019"/>
              <a:gd name="connsiteX10" fmla="*/ 1862017 w 2086440"/>
              <a:gd name="connsiteY10" fmla="*/ 4306019 h 4306019"/>
              <a:gd name="connsiteX11" fmla="*/ 224424 w 2086440"/>
              <a:gd name="connsiteY11" fmla="*/ 4306019 h 4306019"/>
              <a:gd name="connsiteX12" fmla="*/ 0 w 2086440"/>
              <a:gd name="connsiteY12" fmla="*/ 4093539 h 4306019"/>
              <a:gd name="connsiteX13" fmla="*/ 0 w 2086440"/>
              <a:gd name="connsiteY13" fmla="*/ 212479 h 4306019"/>
              <a:gd name="connsiteX14" fmla="*/ 224424 w 2086440"/>
              <a:gd name="connsiteY14" fmla="*/ 0 h 4306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86440" h="4306019">
                <a:moveTo>
                  <a:pt x="224424" y="0"/>
                </a:moveTo>
                <a:lnTo>
                  <a:pt x="423133" y="0"/>
                </a:lnTo>
                <a:cubicBezTo>
                  <a:pt x="433746" y="0"/>
                  <a:pt x="442396" y="8145"/>
                  <a:pt x="442396" y="18238"/>
                </a:cubicBezTo>
                <a:cubicBezTo>
                  <a:pt x="442396" y="96191"/>
                  <a:pt x="509162" y="159360"/>
                  <a:pt x="591450" y="159360"/>
                </a:cubicBezTo>
                <a:lnTo>
                  <a:pt x="1485639" y="159360"/>
                </a:lnTo>
                <a:cubicBezTo>
                  <a:pt x="1567975" y="159360"/>
                  <a:pt x="1634694" y="96147"/>
                  <a:pt x="1634694" y="18238"/>
                </a:cubicBezTo>
                <a:cubicBezTo>
                  <a:pt x="1634694" y="8190"/>
                  <a:pt x="1643297" y="0"/>
                  <a:pt x="1653957" y="0"/>
                </a:cubicBezTo>
                <a:lnTo>
                  <a:pt x="1862017" y="0"/>
                </a:lnTo>
                <a:cubicBezTo>
                  <a:pt x="1985964" y="0"/>
                  <a:pt x="2086440" y="95129"/>
                  <a:pt x="2086440" y="212479"/>
                </a:cubicBezTo>
                <a:lnTo>
                  <a:pt x="2086440" y="4093539"/>
                </a:lnTo>
                <a:cubicBezTo>
                  <a:pt x="2086440" y="4210890"/>
                  <a:pt x="1985964" y="4306019"/>
                  <a:pt x="1862017" y="4306019"/>
                </a:cubicBezTo>
                <a:lnTo>
                  <a:pt x="224424" y="4306019"/>
                </a:lnTo>
                <a:cubicBezTo>
                  <a:pt x="100476" y="4306019"/>
                  <a:pt x="0" y="4210890"/>
                  <a:pt x="0" y="4093539"/>
                </a:cubicBezTo>
                <a:lnTo>
                  <a:pt x="0" y="212479"/>
                </a:lnTo>
                <a:cubicBezTo>
                  <a:pt x="0" y="95129"/>
                  <a:pt x="100476" y="0"/>
                  <a:pt x="224424" y="0"/>
                </a:cubicBezTo>
                <a:close/>
              </a:path>
            </a:pathLst>
          </a:custGeom>
          <a:solidFill>
            <a:schemeClr val="bg1">
              <a:lumMod val="95000"/>
            </a:schemeClr>
          </a:solidFill>
        </p:spPr>
        <p:txBody>
          <a:bodyPr wrap="square" anchor="ctr">
            <a:noAutofit/>
          </a:bodyPr>
          <a:lstStyle>
            <a:lvl1pPr marL="0" indent="0" algn="ctr">
              <a:buNone/>
              <a:defRPr sz="1200">
                <a:solidFill>
                  <a:schemeClr val="tx1">
                    <a:lumMod val="75000"/>
                    <a:lumOff val="25000"/>
                  </a:schemeClr>
                </a:solidFill>
              </a:defRPr>
            </a:lvl1pPr>
          </a:lstStyle>
          <a:p>
            <a:r>
              <a:rPr lang="en-US" altLang="ko-KR" dirty="0"/>
              <a:t>Place Your Picture Here</a:t>
            </a:r>
            <a:endParaRPr lang="ko-KR" altLang="en-US" dirty="0"/>
          </a:p>
        </p:txBody>
      </p:sp>
      <p:sp>
        <p:nvSpPr>
          <p:cNvPr id="23" name="Text Placeholder 9">
            <a:extLst>
              <a:ext uri="{FF2B5EF4-FFF2-40B4-BE49-F238E27FC236}">
                <a16:creationId xmlns:a16="http://schemas.microsoft.com/office/drawing/2014/main" id="{32FB1CC5-22C6-42CD-9732-AFCC89D61165}"/>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11995856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8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92667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9_Contents slide layout">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37EBE226-8D71-4725-B19E-157542D99384}"/>
              </a:ext>
            </a:extLst>
          </p:cNvPr>
          <p:cNvSpPr>
            <a:spLocks noGrp="1"/>
          </p:cNvSpPr>
          <p:nvPr>
            <p:ph type="pic" idx="11" hasCustomPrompt="1"/>
          </p:nvPr>
        </p:nvSpPr>
        <p:spPr>
          <a:xfrm>
            <a:off x="646094" y="1"/>
            <a:ext cx="3901012" cy="1649896"/>
          </a:xfrm>
          <a:prstGeom prst="rect">
            <a:avLst/>
          </a:prstGeom>
          <a:solidFill>
            <a:schemeClr val="bg1">
              <a:lumMod val="95000"/>
            </a:schemeClr>
          </a:solidFill>
          <a:ln w="12700">
            <a:noFill/>
          </a:ln>
        </p:spPr>
        <p:txBody>
          <a:bodyPr anchor="ctr"/>
          <a:lstStyle>
            <a:lvl1pPr marL="0" indent="0" algn="ctr">
              <a:buNone/>
              <a:defRPr sz="12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 </a:t>
            </a:r>
            <a:endParaRPr lang="ko-KR" altLang="en-US" dirty="0"/>
          </a:p>
        </p:txBody>
      </p:sp>
      <p:sp>
        <p:nvSpPr>
          <p:cNvPr id="3" name="Picture Placeholder 2">
            <a:extLst>
              <a:ext uri="{FF2B5EF4-FFF2-40B4-BE49-F238E27FC236}">
                <a16:creationId xmlns:a16="http://schemas.microsoft.com/office/drawing/2014/main" id="{CC9A4568-681E-4F0C-A7EB-0CDBF327ECC6}"/>
              </a:ext>
            </a:extLst>
          </p:cNvPr>
          <p:cNvSpPr>
            <a:spLocks noGrp="1"/>
          </p:cNvSpPr>
          <p:nvPr>
            <p:ph type="pic" idx="12" hasCustomPrompt="1"/>
          </p:nvPr>
        </p:nvSpPr>
        <p:spPr>
          <a:xfrm>
            <a:off x="646094" y="5208103"/>
            <a:ext cx="3901012" cy="1649896"/>
          </a:xfrm>
          <a:prstGeom prst="rect">
            <a:avLst/>
          </a:prstGeom>
          <a:solidFill>
            <a:schemeClr val="bg1">
              <a:lumMod val="95000"/>
            </a:schemeClr>
          </a:solidFill>
          <a:ln w="12700">
            <a:noFill/>
          </a:ln>
        </p:spPr>
        <p:txBody>
          <a:bodyPr anchor="ctr"/>
          <a:lstStyle>
            <a:lvl1pPr marL="0" indent="0" algn="ctr">
              <a:buNone/>
              <a:defRPr sz="12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 </a:t>
            </a:r>
            <a:endParaRPr lang="ko-KR" altLang="en-US" dirty="0"/>
          </a:p>
        </p:txBody>
      </p:sp>
    </p:spTree>
    <p:extLst>
      <p:ext uri="{BB962C8B-B14F-4D97-AF65-F5344CB8AC3E}">
        <p14:creationId xmlns:p14="http://schemas.microsoft.com/office/powerpoint/2010/main" val="24452834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0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86846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1_Contents slide layou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3BD5160-1B5F-4142-BAC7-A20CEBE7A6CC}"/>
              </a:ext>
            </a:extLst>
          </p:cNvPr>
          <p:cNvSpPr>
            <a:spLocks noGrp="1"/>
          </p:cNvSpPr>
          <p:nvPr>
            <p:ph type="pic" idx="13" hasCustomPrompt="1"/>
          </p:nvPr>
        </p:nvSpPr>
        <p:spPr>
          <a:xfrm>
            <a:off x="7975076" y="388855"/>
            <a:ext cx="3770722" cy="6080290"/>
          </a:xfrm>
          <a:prstGeom prst="rect">
            <a:avLst/>
          </a:prstGeom>
          <a:solidFill>
            <a:schemeClr val="bg1">
              <a:lumMod val="95000"/>
            </a:schemeClr>
          </a:solidFill>
        </p:spPr>
        <p:txBody>
          <a:bodyPr anchor="ctr">
            <a:normAutofit/>
          </a:bodyPr>
          <a:lstStyle>
            <a:lvl1pPr marL="0" indent="0" algn="ctr">
              <a:buNone/>
              <a:defRPr sz="1600" baseline="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Place Your Picture Here</a:t>
            </a:r>
            <a:endParaRPr lang="ko-KR" altLang="en-US" dirty="0"/>
          </a:p>
        </p:txBody>
      </p:sp>
    </p:spTree>
    <p:extLst>
      <p:ext uri="{BB962C8B-B14F-4D97-AF65-F5344CB8AC3E}">
        <p14:creationId xmlns:p14="http://schemas.microsoft.com/office/powerpoint/2010/main" val="39188379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2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5743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3_Contents slide layout">
    <p:spTree>
      <p:nvGrpSpPr>
        <p:cNvPr id="1" name=""/>
        <p:cNvGrpSpPr/>
        <p:nvPr/>
      </p:nvGrpSpPr>
      <p:grpSpPr>
        <a:xfrm>
          <a:off x="0" y="0"/>
          <a:ext cx="0" cy="0"/>
          <a:chOff x="0" y="0"/>
          <a:chExt cx="0" cy="0"/>
        </a:xfrm>
      </p:grpSpPr>
      <p:sp>
        <p:nvSpPr>
          <p:cNvPr id="2" name="Oval 11">
            <a:extLst>
              <a:ext uri="{FF2B5EF4-FFF2-40B4-BE49-F238E27FC236}">
                <a16:creationId xmlns:a16="http://schemas.microsoft.com/office/drawing/2014/main" id="{1488384D-2389-443F-B336-B22CA9E6A0AA}"/>
              </a:ext>
            </a:extLst>
          </p:cNvPr>
          <p:cNvSpPr/>
          <p:nvPr userDrawn="1"/>
        </p:nvSpPr>
        <p:spPr>
          <a:xfrm>
            <a:off x="-378901" y="4194857"/>
            <a:ext cx="6959602" cy="504057"/>
          </a:xfrm>
          <a:prstGeom prst="ellipse">
            <a:avLst/>
          </a:prstGeom>
          <a:solidFill>
            <a:schemeClr val="tx1">
              <a:lumMod val="50000"/>
              <a:lumOff val="50000"/>
            </a:schemeClr>
          </a:solidFill>
          <a:ln>
            <a:noFill/>
          </a:ln>
          <a:effectLst>
            <a:softEdge rad="203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grpSp>
        <p:nvGrpSpPr>
          <p:cNvPr id="3" name="Group 12">
            <a:extLst>
              <a:ext uri="{FF2B5EF4-FFF2-40B4-BE49-F238E27FC236}">
                <a16:creationId xmlns:a16="http://schemas.microsoft.com/office/drawing/2014/main" id="{1CEECB29-AC52-443F-B45E-112AB407FB2F}"/>
              </a:ext>
            </a:extLst>
          </p:cNvPr>
          <p:cNvGrpSpPr/>
          <p:nvPr userDrawn="1"/>
        </p:nvGrpSpPr>
        <p:grpSpPr>
          <a:xfrm>
            <a:off x="638218" y="1536176"/>
            <a:ext cx="4966387" cy="2898882"/>
            <a:chOff x="-548507" y="477868"/>
            <a:chExt cx="11570449" cy="6357177"/>
          </a:xfrm>
        </p:grpSpPr>
        <p:sp>
          <p:nvSpPr>
            <p:cNvPr id="4" name="Freeform: Shape 21">
              <a:extLst>
                <a:ext uri="{FF2B5EF4-FFF2-40B4-BE49-F238E27FC236}">
                  <a16:creationId xmlns:a16="http://schemas.microsoft.com/office/drawing/2014/main" id="{70C06184-393C-4899-A0CD-44D95E95AAB8}"/>
                </a:ext>
              </a:extLst>
            </p:cNvPr>
            <p:cNvSpPr/>
            <p:nvPr/>
          </p:nvSpPr>
          <p:spPr>
            <a:xfrm>
              <a:off x="-482765" y="6440599"/>
              <a:ext cx="11438966" cy="394446"/>
            </a:xfrm>
            <a:custGeom>
              <a:avLst/>
              <a:gdLst>
                <a:gd name="connsiteX0" fmla="*/ 1605439 w 1657350"/>
                <a:gd name="connsiteY0" fmla="*/ 54769 h 57150"/>
                <a:gd name="connsiteX1" fmla="*/ 1652111 w 1657350"/>
                <a:gd name="connsiteY1" fmla="*/ 22384 h 57150"/>
                <a:gd name="connsiteX2" fmla="*/ 1652111 w 1657350"/>
                <a:gd name="connsiteY2" fmla="*/ 22384 h 57150"/>
                <a:gd name="connsiteX3" fmla="*/ 1636871 w 1657350"/>
                <a:gd name="connsiteY3" fmla="*/ 7144 h 57150"/>
                <a:gd name="connsiteX4" fmla="*/ 44291 w 1657350"/>
                <a:gd name="connsiteY4" fmla="*/ 12859 h 57150"/>
                <a:gd name="connsiteX5" fmla="*/ 23336 w 1657350"/>
                <a:gd name="connsiteY5" fmla="*/ 12859 h 57150"/>
                <a:gd name="connsiteX6" fmla="*/ 7144 w 1657350"/>
                <a:gd name="connsiteY6" fmla="*/ 26194 h 57150"/>
                <a:gd name="connsiteX7" fmla="*/ 7144 w 1657350"/>
                <a:gd name="connsiteY7" fmla="*/ 26194 h 57150"/>
                <a:gd name="connsiteX8" fmla="*/ 50959 w 1657350"/>
                <a:gd name="connsiteY8" fmla="*/ 53816 h 57150"/>
                <a:gd name="connsiteX9" fmla="*/ 51911 w 1657350"/>
                <a:gd name="connsiteY9" fmla="*/ 54769 h 57150"/>
                <a:gd name="connsiteX10" fmla="*/ 51911 w 1657350"/>
                <a:gd name="connsiteY10" fmla="*/ 54769 h 57150"/>
                <a:gd name="connsiteX11" fmla="*/ 56674 w 1657350"/>
                <a:gd name="connsiteY11" fmla="*/ 54769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57350" h="57150">
                  <a:moveTo>
                    <a:pt x="1605439" y="54769"/>
                  </a:moveTo>
                  <a:cubicBezTo>
                    <a:pt x="1605439" y="54769"/>
                    <a:pt x="1638776" y="50959"/>
                    <a:pt x="1652111" y="22384"/>
                  </a:cubicBezTo>
                  <a:lnTo>
                    <a:pt x="1652111" y="22384"/>
                  </a:lnTo>
                  <a:cubicBezTo>
                    <a:pt x="1652111" y="13811"/>
                    <a:pt x="1645444" y="7144"/>
                    <a:pt x="1636871" y="7144"/>
                  </a:cubicBezTo>
                  <a:lnTo>
                    <a:pt x="44291" y="12859"/>
                  </a:lnTo>
                  <a:lnTo>
                    <a:pt x="23336" y="12859"/>
                  </a:lnTo>
                  <a:cubicBezTo>
                    <a:pt x="14764" y="12859"/>
                    <a:pt x="7144" y="18574"/>
                    <a:pt x="7144" y="26194"/>
                  </a:cubicBezTo>
                  <a:lnTo>
                    <a:pt x="7144" y="26194"/>
                  </a:lnTo>
                  <a:cubicBezTo>
                    <a:pt x="17621" y="45244"/>
                    <a:pt x="40481" y="51911"/>
                    <a:pt x="50959" y="53816"/>
                  </a:cubicBezTo>
                  <a:lnTo>
                    <a:pt x="51911" y="54769"/>
                  </a:lnTo>
                  <a:cubicBezTo>
                    <a:pt x="51911" y="54769"/>
                    <a:pt x="51911" y="54769"/>
                    <a:pt x="51911" y="54769"/>
                  </a:cubicBezTo>
                  <a:lnTo>
                    <a:pt x="56674" y="54769"/>
                  </a:lnTo>
                </a:path>
              </a:pathLst>
            </a:custGeom>
            <a:solidFill>
              <a:srgbClr val="5F6767"/>
            </a:solidFill>
            <a:ln w="9525" cap="flat">
              <a:noFill/>
              <a:prstDash val="solid"/>
              <a:miter/>
            </a:ln>
          </p:spPr>
          <p:txBody>
            <a:bodyPr rtlCol="0" anchor="ctr"/>
            <a:lstStyle/>
            <a:p>
              <a:endParaRPr lang="en-US"/>
            </a:p>
          </p:txBody>
        </p:sp>
        <p:sp>
          <p:nvSpPr>
            <p:cNvPr id="5" name="Freeform: Shape 22">
              <a:extLst>
                <a:ext uri="{FF2B5EF4-FFF2-40B4-BE49-F238E27FC236}">
                  <a16:creationId xmlns:a16="http://schemas.microsoft.com/office/drawing/2014/main" id="{C057959F-026D-425F-A925-DBDA0536D93D}"/>
                </a:ext>
              </a:extLst>
            </p:cNvPr>
            <p:cNvSpPr/>
            <p:nvPr/>
          </p:nvSpPr>
          <p:spPr>
            <a:xfrm>
              <a:off x="700575" y="477868"/>
              <a:ext cx="9072285" cy="5916709"/>
            </a:xfrm>
            <a:custGeom>
              <a:avLst/>
              <a:gdLst>
                <a:gd name="connsiteX0" fmla="*/ 1311116 w 1314450"/>
                <a:gd name="connsiteY0" fmla="*/ 813911 h 857250"/>
                <a:gd name="connsiteX1" fmla="*/ 1281589 w 1314450"/>
                <a:gd name="connsiteY1" fmla="*/ 852964 h 857250"/>
                <a:gd name="connsiteX2" fmla="*/ 36671 w 1314450"/>
                <a:gd name="connsiteY2" fmla="*/ 852964 h 857250"/>
                <a:gd name="connsiteX3" fmla="*/ 7144 w 1314450"/>
                <a:gd name="connsiteY3" fmla="*/ 813911 h 857250"/>
                <a:gd name="connsiteX4" fmla="*/ 7144 w 1314450"/>
                <a:gd name="connsiteY4" fmla="*/ 46196 h 857250"/>
                <a:gd name="connsiteX5" fmla="*/ 36671 w 1314450"/>
                <a:gd name="connsiteY5" fmla="*/ 7144 h 857250"/>
                <a:gd name="connsiteX6" fmla="*/ 1281589 w 1314450"/>
                <a:gd name="connsiteY6" fmla="*/ 7144 h 857250"/>
                <a:gd name="connsiteX7" fmla="*/ 1311116 w 1314450"/>
                <a:gd name="connsiteY7" fmla="*/ 46196 h 857250"/>
                <a:gd name="connsiteX8" fmla="*/ 1311116 w 1314450"/>
                <a:gd name="connsiteY8" fmla="*/ 813911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4450" h="857250">
                  <a:moveTo>
                    <a:pt x="1311116" y="813911"/>
                  </a:moveTo>
                  <a:cubicBezTo>
                    <a:pt x="1311116" y="834866"/>
                    <a:pt x="1297781" y="852964"/>
                    <a:pt x="1281589" y="852964"/>
                  </a:cubicBezTo>
                  <a:lnTo>
                    <a:pt x="36671" y="852964"/>
                  </a:lnTo>
                  <a:cubicBezTo>
                    <a:pt x="20479" y="852964"/>
                    <a:pt x="7144" y="835819"/>
                    <a:pt x="7144" y="813911"/>
                  </a:cubicBezTo>
                  <a:lnTo>
                    <a:pt x="7144" y="46196"/>
                  </a:lnTo>
                  <a:cubicBezTo>
                    <a:pt x="7144" y="25241"/>
                    <a:pt x="20479" y="7144"/>
                    <a:pt x="36671" y="7144"/>
                  </a:cubicBezTo>
                  <a:lnTo>
                    <a:pt x="1281589" y="7144"/>
                  </a:lnTo>
                  <a:cubicBezTo>
                    <a:pt x="1297781" y="7144"/>
                    <a:pt x="1311116" y="24289"/>
                    <a:pt x="1311116" y="46196"/>
                  </a:cubicBezTo>
                  <a:lnTo>
                    <a:pt x="1311116" y="813911"/>
                  </a:lnTo>
                  <a:close/>
                </a:path>
              </a:pathLst>
            </a:custGeom>
            <a:solidFill>
              <a:srgbClr val="000000"/>
            </a:solidFill>
            <a:ln w="9525" cap="flat">
              <a:noFill/>
              <a:prstDash val="solid"/>
              <a:miter/>
            </a:ln>
          </p:spPr>
          <p:txBody>
            <a:bodyPr rtlCol="0" anchor="ctr"/>
            <a:lstStyle/>
            <a:p>
              <a:endParaRPr lang="en-US"/>
            </a:p>
          </p:txBody>
        </p:sp>
        <p:sp>
          <p:nvSpPr>
            <p:cNvPr id="6" name="Freeform: Shape 23">
              <a:extLst>
                <a:ext uri="{FF2B5EF4-FFF2-40B4-BE49-F238E27FC236}">
                  <a16:creationId xmlns:a16="http://schemas.microsoft.com/office/drawing/2014/main" id="{24742864-5746-4CA7-A777-37DD4B110463}"/>
                </a:ext>
              </a:extLst>
            </p:cNvPr>
            <p:cNvSpPr/>
            <p:nvPr/>
          </p:nvSpPr>
          <p:spPr>
            <a:xfrm>
              <a:off x="1088451" y="839448"/>
              <a:ext cx="8283390" cy="5062073"/>
            </a:xfrm>
            <a:custGeom>
              <a:avLst/>
              <a:gdLst>
                <a:gd name="connsiteX0" fmla="*/ 7144 w 1200150"/>
                <a:gd name="connsiteY0" fmla="*/ 7144 h 733425"/>
                <a:gd name="connsiteX1" fmla="*/ 1196816 w 1200150"/>
                <a:gd name="connsiteY1" fmla="*/ 7144 h 733425"/>
                <a:gd name="connsiteX2" fmla="*/ 1196816 w 1200150"/>
                <a:gd name="connsiteY2" fmla="*/ 730091 h 733425"/>
                <a:gd name="connsiteX3" fmla="*/ 7144 w 1200150"/>
                <a:gd name="connsiteY3" fmla="*/ 730091 h 733425"/>
              </a:gdLst>
              <a:ahLst/>
              <a:cxnLst>
                <a:cxn ang="0">
                  <a:pos x="connsiteX0" y="connsiteY0"/>
                </a:cxn>
                <a:cxn ang="0">
                  <a:pos x="connsiteX1" y="connsiteY1"/>
                </a:cxn>
                <a:cxn ang="0">
                  <a:pos x="connsiteX2" y="connsiteY2"/>
                </a:cxn>
                <a:cxn ang="0">
                  <a:pos x="connsiteX3" y="connsiteY3"/>
                </a:cxn>
              </a:cxnLst>
              <a:rect l="l" t="t" r="r" b="b"/>
              <a:pathLst>
                <a:path w="1200150" h="733425">
                  <a:moveTo>
                    <a:pt x="7144" y="7144"/>
                  </a:moveTo>
                  <a:lnTo>
                    <a:pt x="1196816" y="7144"/>
                  </a:lnTo>
                  <a:lnTo>
                    <a:pt x="1196816" y="730091"/>
                  </a:lnTo>
                  <a:lnTo>
                    <a:pt x="7144" y="730091"/>
                  </a:lnTo>
                  <a:close/>
                </a:path>
              </a:pathLst>
            </a:custGeom>
            <a:solidFill>
              <a:srgbClr val="F2F2F2"/>
            </a:solidFill>
            <a:ln w="9525" cap="flat">
              <a:noFill/>
              <a:prstDash val="solid"/>
              <a:miter/>
            </a:ln>
          </p:spPr>
          <p:txBody>
            <a:bodyPr rtlCol="0" anchor="ctr"/>
            <a:lstStyle/>
            <a:p>
              <a:endParaRPr lang="en-US"/>
            </a:p>
          </p:txBody>
        </p:sp>
        <p:sp>
          <p:nvSpPr>
            <p:cNvPr id="7" name="Freeform: Shape 24">
              <a:extLst>
                <a:ext uri="{FF2B5EF4-FFF2-40B4-BE49-F238E27FC236}">
                  <a16:creationId xmlns:a16="http://schemas.microsoft.com/office/drawing/2014/main" id="{E3213536-EC28-420D-8128-81E5CF94FDF2}"/>
                </a:ext>
              </a:extLst>
            </p:cNvPr>
            <p:cNvSpPr/>
            <p:nvPr/>
          </p:nvSpPr>
          <p:spPr>
            <a:xfrm>
              <a:off x="-548507" y="6164484"/>
              <a:ext cx="11570449" cy="460187"/>
            </a:xfrm>
            <a:custGeom>
              <a:avLst/>
              <a:gdLst>
                <a:gd name="connsiteX0" fmla="*/ 50006 w 1676400"/>
                <a:gd name="connsiteY0" fmla="*/ 7144 h 66675"/>
                <a:gd name="connsiteX1" fmla="*/ 1630204 w 1676400"/>
                <a:gd name="connsiteY1" fmla="*/ 7144 h 66675"/>
                <a:gd name="connsiteX2" fmla="*/ 1672114 w 1676400"/>
                <a:gd name="connsiteY2" fmla="*/ 49054 h 66675"/>
                <a:gd name="connsiteX3" fmla="*/ 1672114 w 1676400"/>
                <a:gd name="connsiteY3" fmla="*/ 57626 h 66675"/>
                <a:gd name="connsiteX4" fmla="*/ 1656874 w 1676400"/>
                <a:gd name="connsiteY4" fmla="*/ 62389 h 66675"/>
                <a:gd name="connsiteX5" fmla="*/ 1654016 w 1676400"/>
                <a:gd name="connsiteY5" fmla="*/ 62389 h 66675"/>
                <a:gd name="connsiteX6" fmla="*/ 29051 w 1676400"/>
                <a:gd name="connsiteY6" fmla="*/ 62389 h 66675"/>
                <a:gd name="connsiteX7" fmla="*/ 21431 w 1676400"/>
                <a:gd name="connsiteY7" fmla="*/ 63341 h 66675"/>
                <a:gd name="connsiteX8" fmla="*/ 7144 w 1676400"/>
                <a:gd name="connsiteY8" fmla="*/ 55721 h 66675"/>
                <a:gd name="connsiteX9" fmla="*/ 7144 w 1676400"/>
                <a:gd name="connsiteY9" fmla="*/ 48101 h 66675"/>
                <a:gd name="connsiteX10" fmla="*/ 50006 w 1676400"/>
                <a:gd name="connsiteY10" fmla="*/ 7144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6400" h="66675">
                  <a:moveTo>
                    <a:pt x="50006" y="7144"/>
                  </a:moveTo>
                  <a:lnTo>
                    <a:pt x="1630204" y="7144"/>
                  </a:lnTo>
                  <a:cubicBezTo>
                    <a:pt x="1653064" y="7144"/>
                    <a:pt x="1672114" y="26194"/>
                    <a:pt x="1672114" y="49054"/>
                  </a:cubicBezTo>
                  <a:lnTo>
                    <a:pt x="1672114" y="57626"/>
                  </a:lnTo>
                  <a:cubicBezTo>
                    <a:pt x="1672114" y="57626"/>
                    <a:pt x="1674019" y="64294"/>
                    <a:pt x="1656874" y="62389"/>
                  </a:cubicBezTo>
                  <a:cubicBezTo>
                    <a:pt x="1655921" y="62389"/>
                    <a:pt x="1654969" y="62389"/>
                    <a:pt x="1654016" y="62389"/>
                  </a:cubicBezTo>
                  <a:lnTo>
                    <a:pt x="29051" y="62389"/>
                  </a:lnTo>
                  <a:cubicBezTo>
                    <a:pt x="26194" y="62389"/>
                    <a:pt x="24289" y="62389"/>
                    <a:pt x="21431" y="63341"/>
                  </a:cubicBezTo>
                  <a:cubicBezTo>
                    <a:pt x="16669" y="64294"/>
                    <a:pt x="8096" y="64294"/>
                    <a:pt x="7144" y="55721"/>
                  </a:cubicBezTo>
                  <a:lnTo>
                    <a:pt x="7144" y="48101"/>
                  </a:lnTo>
                  <a:cubicBezTo>
                    <a:pt x="8096" y="25241"/>
                    <a:pt x="26194" y="7144"/>
                    <a:pt x="50006" y="7144"/>
                  </a:cubicBezTo>
                  <a:close/>
                </a:path>
              </a:pathLst>
            </a:custGeom>
            <a:solidFill>
              <a:srgbClr val="CCCCCC"/>
            </a:solidFill>
            <a:ln w="9525" cap="flat">
              <a:noFill/>
              <a:prstDash val="solid"/>
              <a:miter/>
            </a:ln>
          </p:spPr>
          <p:txBody>
            <a:bodyPr rtlCol="0" anchor="ctr"/>
            <a:lstStyle/>
            <a:p>
              <a:endParaRPr lang="en-US" dirty="0"/>
            </a:p>
          </p:txBody>
        </p:sp>
        <p:sp>
          <p:nvSpPr>
            <p:cNvPr id="8" name="Freeform: Shape 25">
              <a:extLst>
                <a:ext uri="{FF2B5EF4-FFF2-40B4-BE49-F238E27FC236}">
                  <a16:creationId xmlns:a16="http://schemas.microsoft.com/office/drawing/2014/main" id="{A7AF48E4-3D81-4E43-86DE-00185C38A4B5}"/>
                </a:ext>
              </a:extLst>
            </p:cNvPr>
            <p:cNvSpPr/>
            <p:nvPr/>
          </p:nvSpPr>
          <p:spPr>
            <a:xfrm>
              <a:off x="4438629" y="6215033"/>
              <a:ext cx="1618413" cy="184076"/>
            </a:xfrm>
            <a:custGeom>
              <a:avLst/>
              <a:gdLst>
                <a:gd name="connsiteX0" fmla="*/ 1478513 w 1618413"/>
                <a:gd name="connsiteY0" fmla="*/ 177499 h 184076"/>
                <a:gd name="connsiteX1" fmla="*/ 1485084 w 1618413"/>
                <a:gd name="connsiteY1" fmla="*/ 177499 h 184076"/>
                <a:gd name="connsiteX2" fmla="*/ 1502686 w 1618413"/>
                <a:gd name="connsiteY2" fmla="*/ 178122 h 184076"/>
                <a:gd name="connsiteX3" fmla="*/ 1499879 w 1618413"/>
                <a:gd name="connsiteY3" fmla="*/ 178526 h 184076"/>
                <a:gd name="connsiteX4" fmla="*/ 1478513 w 1618413"/>
                <a:gd name="connsiteY4" fmla="*/ 177499 h 184076"/>
                <a:gd name="connsiteX5" fmla="*/ 84799 w 1618413"/>
                <a:gd name="connsiteY5" fmla="*/ 170928 h 184076"/>
                <a:gd name="connsiteX6" fmla="*/ 117666 w 1618413"/>
                <a:gd name="connsiteY6" fmla="*/ 177499 h 184076"/>
                <a:gd name="connsiteX7" fmla="*/ 104518 w 1618413"/>
                <a:gd name="connsiteY7" fmla="*/ 177499 h 184076"/>
                <a:gd name="connsiteX8" fmla="*/ 84799 w 1618413"/>
                <a:gd name="connsiteY8" fmla="*/ 170928 h 184076"/>
                <a:gd name="connsiteX9" fmla="*/ 1603418 w 1618413"/>
                <a:gd name="connsiteY9" fmla="*/ 0 h 184076"/>
                <a:gd name="connsiteX10" fmla="*/ 1616567 w 1618413"/>
                <a:gd name="connsiteY10" fmla="*/ 0 h 184076"/>
                <a:gd name="connsiteX11" fmla="*/ 1511177 w 1618413"/>
                <a:gd name="connsiteY11" fmla="*/ 178423 h 184076"/>
                <a:gd name="connsiteX12" fmla="*/ 1502686 w 1618413"/>
                <a:gd name="connsiteY12" fmla="*/ 178122 h 184076"/>
                <a:gd name="connsiteX13" fmla="*/ 1521501 w 1618413"/>
                <a:gd name="connsiteY13" fmla="*/ 175419 h 184076"/>
                <a:gd name="connsiteX14" fmla="*/ 1603418 w 1618413"/>
                <a:gd name="connsiteY14" fmla="*/ 6571 h 184076"/>
                <a:gd name="connsiteX15" fmla="*/ 5911 w 1618413"/>
                <a:gd name="connsiteY15" fmla="*/ 0 h 184076"/>
                <a:gd name="connsiteX16" fmla="*/ 19060 w 1618413"/>
                <a:gd name="connsiteY16" fmla="*/ 6571 h 184076"/>
                <a:gd name="connsiteX17" fmla="*/ 91379 w 1618413"/>
                <a:gd name="connsiteY17" fmla="*/ 184076 h 184076"/>
                <a:gd name="connsiteX18" fmla="*/ 5911 w 1618413"/>
                <a:gd name="connsiteY18" fmla="*/ 0 h 184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18413" h="184076">
                  <a:moveTo>
                    <a:pt x="1478513" y="177499"/>
                  </a:moveTo>
                  <a:lnTo>
                    <a:pt x="1485084" y="177499"/>
                  </a:lnTo>
                  <a:lnTo>
                    <a:pt x="1502686" y="178122"/>
                  </a:lnTo>
                  <a:lnTo>
                    <a:pt x="1499879" y="178526"/>
                  </a:lnTo>
                  <a:cubicBezTo>
                    <a:pt x="1487142" y="179142"/>
                    <a:pt x="1478513" y="177499"/>
                    <a:pt x="1478513" y="177499"/>
                  </a:cubicBezTo>
                  <a:close/>
                  <a:moveTo>
                    <a:pt x="84799" y="170928"/>
                  </a:moveTo>
                  <a:cubicBezTo>
                    <a:pt x="97947" y="177499"/>
                    <a:pt x="104518" y="177499"/>
                    <a:pt x="117666" y="177499"/>
                  </a:cubicBezTo>
                  <a:lnTo>
                    <a:pt x="104518" y="177499"/>
                  </a:lnTo>
                  <a:cubicBezTo>
                    <a:pt x="97947" y="177499"/>
                    <a:pt x="91370" y="177499"/>
                    <a:pt x="84799" y="170928"/>
                  </a:cubicBezTo>
                  <a:close/>
                  <a:moveTo>
                    <a:pt x="1603418" y="0"/>
                  </a:moveTo>
                  <a:lnTo>
                    <a:pt x="1616567" y="0"/>
                  </a:lnTo>
                  <a:cubicBezTo>
                    <a:pt x="1631361" y="152847"/>
                    <a:pt x="1553705" y="176266"/>
                    <a:pt x="1511177" y="178423"/>
                  </a:cubicBezTo>
                  <a:lnTo>
                    <a:pt x="1502686" y="178122"/>
                  </a:lnTo>
                  <a:lnTo>
                    <a:pt x="1521501" y="175419"/>
                  </a:lnTo>
                  <a:cubicBezTo>
                    <a:pt x="1560791" y="165788"/>
                    <a:pt x="1611636" y="129836"/>
                    <a:pt x="1603418" y="6571"/>
                  </a:cubicBezTo>
                  <a:close/>
                  <a:moveTo>
                    <a:pt x="5911" y="0"/>
                  </a:moveTo>
                  <a:lnTo>
                    <a:pt x="19060" y="6571"/>
                  </a:lnTo>
                  <a:cubicBezTo>
                    <a:pt x="19060" y="6571"/>
                    <a:pt x="-20385" y="144631"/>
                    <a:pt x="91379" y="184076"/>
                  </a:cubicBezTo>
                  <a:cubicBezTo>
                    <a:pt x="-33534" y="151202"/>
                    <a:pt x="5911" y="0"/>
                    <a:pt x="5911" y="0"/>
                  </a:cubicBezTo>
                  <a:close/>
                </a:path>
              </a:pathLst>
            </a:custGeom>
            <a:solidFill>
              <a:srgbClr val="4D4D4D"/>
            </a:solidFill>
            <a:ln w="9525" cap="flat">
              <a:noFill/>
              <a:prstDash val="solid"/>
              <a:miter/>
            </a:ln>
          </p:spPr>
          <p:txBody>
            <a:bodyPr rtlCol="0" anchor="ctr"/>
            <a:lstStyle/>
            <a:p>
              <a:endParaRPr lang="en-US"/>
            </a:p>
          </p:txBody>
        </p:sp>
        <p:grpSp>
          <p:nvGrpSpPr>
            <p:cNvPr id="9" name="Group 26">
              <a:extLst>
                <a:ext uri="{FF2B5EF4-FFF2-40B4-BE49-F238E27FC236}">
                  <a16:creationId xmlns:a16="http://schemas.microsoft.com/office/drawing/2014/main" id="{DD54E417-2163-4291-B07B-286D21AFCADD}"/>
                </a:ext>
              </a:extLst>
            </p:cNvPr>
            <p:cNvGrpSpPr/>
            <p:nvPr/>
          </p:nvGrpSpPr>
          <p:grpSpPr>
            <a:xfrm>
              <a:off x="1606" y="6382978"/>
              <a:ext cx="413937" cy="115242"/>
              <a:chOff x="5955" y="6353672"/>
              <a:chExt cx="413937" cy="115242"/>
            </a:xfrm>
          </p:grpSpPr>
          <p:sp>
            <p:nvSpPr>
              <p:cNvPr id="14" name="Rectangle: Rounded Corners 31">
                <a:extLst>
                  <a:ext uri="{FF2B5EF4-FFF2-40B4-BE49-F238E27FC236}">
                    <a16:creationId xmlns:a16="http://schemas.microsoft.com/office/drawing/2014/main" id="{303FA852-CD36-45E8-8C49-3544978D8D95}"/>
                  </a:ext>
                </a:extLst>
              </p:cNvPr>
              <p:cNvSpPr/>
              <p:nvPr/>
            </p:nvSpPr>
            <p:spPr>
              <a:xfrm>
                <a:off x="5955" y="6353672"/>
                <a:ext cx="413937" cy="115242"/>
              </a:xfrm>
              <a:prstGeom prst="roundRect">
                <a:avLst>
                  <a:gd name="adj" fmla="val 28154"/>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32">
                <a:extLst>
                  <a:ext uri="{FF2B5EF4-FFF2-40B4-BE49-F238E27FC236}">
                    <a16:creationId xmlns:a16="http://schemas.microsoft.com/office/drawing/2014/main" id="{2C0DCD1A-FA15-4073-B819-EE511920C025}"/>
                  </a:ext>
                </a:extLst>
              </p:cNvPr>
              <p:cNvSpPr/>
              <p:nvPr/>
            </p:nvSpPr>
            <p:spPr>
              <a:xfrm>
                <a:off x="99417" y="6382279"/>
                <a:ext cx="227012" cy="55272"/>
              </a:xfrm>
              <a:prstGeom prst="roundRect">
                <a:avLst>
                  <a:gd name="adj" fmla="val 28154"/>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27">
              <a:extLst>
                <a:ext uri="{FF2B5EF4-FFF2-40B4-BE49-F238E27FC236}">
                  <a16:creationId xmlns:a16="http://schemas.microsoft.com/office/drawing/2014/main" id="{883A1752-F9E0-4E77-A26C-2E035F637577}"/>
                </a:ext>
              </a:extLst>
            </p:cNvPr>
            <p:cNvGrpSpPr/>
            <p:nvPr/>
          </p:nvGrpSpPr>
          <p:grpSpPr>
            <a:xfrm>
              <a:off x="9855291" y="6381600"/>
              <a:ext cx="885989" cy="115242"/>
              <a:chOff x="5955" y="6353672"/>
              <a:chExt cx="413937" cy="115242"/>
            </a:xfrm>
          </p:grpSpPr>
          <p:sp>
            <p:nvSpPr>
              <p:cNvPr id="12" name="Rectangle: Rounded Corners 29">
                <a:extLst>
                  <a:ext uri="{FF2B5EF4-FFF2-40B4-BE49-F238E27FC236}">
                    <a16:creationId xmlns:a16="http://schemas.microsoft.com/office/drawing/2014/main" id="{AA73E87C-9D0C-4080-A977-68482CF95DF3}"/>
                  </a:ext>
                </a:extLst>
              </p:cNvPr>
              <p:cNvSpPr/>
              <p:nvPr/>
            </p:nvSpPr>
            <p:spPr>
              <a:xfrm>
                <a:off x="5955" y="6353672"/>
                <a:ext cx="413937" cy="115242"/>
              </a:xfrm>
              <a:prstGeom prst="roundRect">
                <a:avLst>
                  <a:gd name="adj" fmla="val 28154"/>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30">
                <a:extLst>
                  <a:ext uri="{FF2B5EF4-FFF2-40B4-BE49-F238E27FC236}">
                    <a16:creationId xmlns:a16="http://schemas.microsoft.com/office/drawing/2014/main" id="{02B2D3E2-109A-45D4-BF3D-2084235C9DD6}"/>
                  </a:ext>
                </a:extLst>
              </p:cNvPr>
              <p:cNvSpPr/>
              <p:nvPr/>
            </p:nvSpPr>
            <p:spPr>
              <a:xfrm>
                <a:off x="84761" y="6382279"/>
                <a:ext cx="256326" cy="55272"/>
              </a:xfrm>
              <a:prstGeom prst="roundRect">
                <a:avLst>
                  <a:gd name="adj" fmla="val 28154"/>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1" name="Freeform: Shape 28">
              <a:extLst>
                <a:ext uri="{FF2B5EF4-FFF2-40B4-BE49-F238E27FC236}">
                  <a16:creationId xmlns:a16="http://schemas.microsoft.com/office/drawing/2014/main" id="{B25CFE10-CE7C-474B-B59F-FFCEFB92325E}"/>
                </a:ext>
              </a:extLst>
            </p:cNvPr>
            <p:cNvSpPr/>
            <p:nvPr/>
          </p:nvSpPr>
          <p:spPr>
            <a:xfrm>
              <a:off x="3892805" y="496953"/>
              <a:ext cx="5479036" cy="5431217"/>
            </a:xfrm>
            <a:custGeom>
              <a:avLst/>
              <a:gdLst>
                <a:gd name="connsiteX0" fmla="*/ 2567127 w 4009217"/>
                <a:gd name="connsiteY0" fmla="*/ 30683 h 4295590"/>
                <a:gd name="connsiteX1" fmla="*/ 3798529 w 4009217"/>
                <a:gd name="connsiteY1" fmla="*/ 30683 h 4295590"/>
                <a:gd name="connsiteX2" fmla="*/ 4007172 w 4009217"/>
                <a:gd name="connsiteY2" fmla="*/ 272054 h 4295590"/>
                <a:gd name="connsiteX3" fmla="*/ 3998990 w 4009217"/>
                <a:gd name="connsiteY3" fmla="*/ 4268999 h 4295590"/>
                <a:gd name="connsiteX4" fmla="*/ 30683 w 4009217"/>
                <a:gd name="connsiteY4" fmla="*/ 4268999 h 4295590"/>
                <a:gd name="connsiteX0" fmla="*/ 2536444 w 3976489"/>
                <a:gd name="connsiteY0" fmla="*/ 0 h 4238316"/>
                <a:gd name="connsiteX1" fmla="*/ 3976489 w 3976489"/>
                <a:gd name="connsiteY1" fmla="*/ 241371 h 4238316"/>
                <a:gd name="connsiteX2" fmla="*/ 3968307 w 3976489"/>
                <a:gd name="connsiteY2" fmla="*/ 4238316 h 4238316"/>
                <a:gd name="connsiteX3" fmla="*/ 0 w 3976489"/>
                <a:gd name="connsiteY3" fmla="*/ 4238316 h 4238316"/>
                <a:gd name="connsiteX0" fmla="*/ 2536444 w 3976489"/>
                <a:gd name="connsiteY0" fmla="*/ 0 h 4238316"/>
                <a:gd name="connsiteX1" fmla="*/ 3976489 w 3976489"/>
                <a:gd name="connsiteY1" fmla="*/ 213683 h 4238316"/>
                <a:gd name="connsiteX2" fmla="*/ 3968307 w 3976489"/>
                <a:gd name="connsiteY2" fmla="*/ 4238316 h 4238316"/>
                <a:gd name="connsiteX3" fmla="*/ 0 w 3976489"/>
                <a:gd name="connsiteY3" fmla="*/ 4238316 h 4238316"/>
                <a:gd name="connsiteX0" fmla="*/ 2473335 w 3976489"/>
                <a:gd name="connsiteY0" fmla="*/ 0 h 4035268"/>
                <a:gd name="connsiteX1" fmla="*/ 3976489 w 3976489"/>
                <a:gd name="connsiteY1" fmla="*/ 10635 h 4035268"/>
                <a:gd name="connsiteX2" fmla="*/ 3968307 w 3976489"/>
                <a:gd name="connsiteY2" fmla="*/ 4035268 h 4035268"/>
                <a:gd name="connsiteX3" fmla="*/ 0 w 3976489"/>
                <a:gd name="connsiteY3" fmla="*/ 4035268 h 4035268"/>
              </a:gdLst>
              <a:ahLst/>
              <a:cxnLst>
                <a:cxn ang="0">
                  <a:pos x="connsiteX0" y="connsiteY0"/>
                </a:cxn>
                <a:cxn ang="0">
                  <a:pos x="connsiteX1" y="connsiteY1"/>
                </a:cxn>
                <a:cxn ang="0">
                  <a:pos x="connsiteX2" y="connsiteY2"/>
                </a:cxn>
                <a:cxn ang="0">
                  <a:pos x="connsiteX3" y="connsiteY3"/>
                </a:cxn>
              </a:cxnLst>
              <a:rect l="l" t="t" r="r" b="b"/>
              <a:pathLst>
                <a:path w="3976489" h="4035268">
                  <a:moveTo>
                    <a:pt x="2473335" y="0"/>
                  </a:moveTo>
                  <a:lnTo>
                    <a:pt x="3976489" y="10635"/>
                  </a:lnTo>
                  <a:cubicBezTo>
                    <a:pt x="3973762" y="1342950"/>
                    <a:pt x="3971034" y="2702953"/>
                    <a:pt x="3968307" y="4035268"/>
                  </a:cubicBezTo>
                  <a:lnTo>
                    <a:pt x="0" y="4035268"/>
                  </a:lnTo>
                </a:path>
              </a:pathLst>
            </a:custGeom>
            <a:solidFill>
              <a:srgbClr val="999999">
                <a:alpha val="10000"/>
              </a:srgbClr>
            </a:solidFill>
            <a:ln w="9525" cap="flat">
              <a:noFill/>
              <a:prstDash val="solid"/>
              <a:miter/>
            </a:ln>
          </p:spPr>
          <p:txBody>
            <a:bodyPr rtlCol="0" anchor="ctr"/>
            <a:lstStyle/>
            <a:p>
              <a:endParaRPr lang="en-US" dirty="0"/>
            </a:p>
          </p:txBody>
        </p:sp>
      </p:grpSp>
      <p:sp>
        <p:nvSpPr>
          <p:cNvPr id="16" name="Picture Placeholder 2">
            <a:extLst>
              <a:ext uri="{FF2B5EF4-FFF2-40B4-BE49-F238E27FC236}">
                <a16:creationId xmlns:a16="http://schemas.microsoft.com/office/drawing/2014/main" id="{C1D91D96-E6B3-451B-A078-6B9DD737B007}"/>
              </a:ext>
            </a:extLst>
          </p:cNvPr>
          <p:cNvSpPr>
            <a:spLocks noGrp="1"/>
          </p:cNvSpPr>
          <p:nvPr>
            <p:ph type="pic" idx="12" hasCustomPrompt="1"/>
          </p:nvPr>
        </p:nvSpPr>
        <p:spPr>
          <a:xfrm>
            <a:off x="1305468" y="1701056"/>
            <a:ext cx="3590864" cy="2329169"/>
          </a:xfrm>
          <a:prstGeom prst="rect">
            <a:avLst/>
          </a:prstGeom>
          <a:solidFill>
            <a:schemeClr val="bg1">
              <a:lumMod val="95000"/>
            </a:schemeClr>
          </a:solidFill>
          <a:ln w="12700">
            <a:noFill/>
          </a:ln>
        </p:spPr>
        <p:txBody>
          <a:bodyPr anchor="ctr"/>
          <a:lstStyle>
            <a:lvl1pPr marL="0" indent="0" algn="ctr">
              <a:buNone/>
              <a:defRPr sz="120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 </a:t>
            </a:r>
            <a:endParaRPr lang="ko-KR" altLang="en-US" dirty="0"/>
          </a:p>
        </p:txBody>
      </p:sp>
      <p:sp>
        <p:nvSpPr>
          <p:cNvPr id="17" name="Text Placeholder 9">
            <a:extLst>
              <a:ext uri="{FF2B5EF4-FFF2-40B4-BE49-F238E27FC236}">
                <a16:creationId xmlns:a16="http://schemas.microsoft.com/office/drawing/2014/main" id="{42E5AABE-1FFF-4FBC-9D27-E1B5DFFD427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37509740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4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63662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5_Contents slide layout">
    <p:spTree>
      <p:nvGrpSpPr>
        <p:cNvPr id="1" name=""/>
        <p:cNvGrpSpPr/>
        <p:nvPr/>
      </p:nvGrpSpPr>
      <p:grpSpPr>
        <a:xfrm>
          <a:off x="0" y="0"/>
          <a:ext cx="0" cy="0"/>
          <a:chOff x="0" y="0"/>
          <a:chExt cx="0" cy="0"/>
        </a:xfrm>
      </p:grpSpPr>
      <p:sp>
        <p:nvSpPr>
          <p:cNvPr id="2" name="Freeform: Shape 162">
            <a:extLst>
              <a:ext uri="{FF2B5EF4-FFF2-40B4-BE49-F238E27FC236}">
                <a16:creationId xmlns:a16="http://schemas.microsoft.com/office/drawing/2014/main" id="{FD3EF69F-361B-4B90-AF4C-55548D46B253}"/>
              </a:ext>
            </a:extLst>
          </p:cNvPr>
          <p:cNvSpPr>
            <a:spLocks noGrp="1"/>
          </p:cNvSpPr>
          <p:nvPr>
            <p:ph type="pic" idx="23" hasCustomPrompt="1"/>
          </p:nvPr>
        </p:nvSpPr>
        <p:spPr>
          <a:xfrm>
            <a:off x="1" y="2"/>
            <a:ext cx="12191999" cy="6877477"/>
          </a:xfrm>
          <a:custGeom>
            <a:avLst/>
            <a:gdLst>
              <a:gd name="connsiteX0" fmla="*/ 11053396 w 12191999"/>
              <a:gd name="connsiteY0" fmla="*/ 5847975 h 6877477"/>
              <a:gd name="connsiteX1" fmla="*/ 12034143 w 12191999"/>
              <a:gd name="connsiteY1" fmla="*/ 6828722 h 6877477"/>
              <a:gd name="connsiteX2" fmla="*/ 11985388 w 12191999"/>
              <a:gd name="connsiteY2" fmla="*/ 6877477 h 6877477"/>
              <a:gd name="connsiteX3" fmla="*/ 10121403 w 12191999"/>
              <a:gd name="connsiteY3" fmla="*/ 6877477 h 6877477"/>
              <a:gd name="connsiteX4" fmla="*/ 10072648 w 12191999"/>
              <a:gd name="connsiteY4" fmla="*/ 6828722 h 6877477"/>
              <a:gd name="connsiteX5" fmla="*/ 12182376 w 12191999"/>
              <a:gd name="connsiteY5" fmla="*/ 4716808 h 6877477"/>
              <a:gd name="connsiteX6" fmla="*/ 12191999 w 12191999"/>
              <a:gd name="connsiteY6" fmla="*/ 4726431 h 6877477"/>
              <a:gd name="connsiteX7" fmla="*/ 12191999 w 12191999"/>
              <a:gd name="connsiteY7" fmla="*/ 6668679 h 6877477"/>
              <a:gd name="connsiteX8" fmla="*/ 12182376 w 12191999"/>
              <a:gd name="connsiteY8" fmla="*/ 6678302 h 6877477"/>
              <a:gd name="connsiteX9" fmla="*/ 11201628 w 12191999"/>
              <a:gd name="connsiteY9" fmla="*/ 5697555 h 6877477"/>
              <a:gd name="connsiteX10" fmla="*/ 9949130 w 12191999"/>
              <a:gd name="connsiteY10" fmla="*/ 4716808 h 6877477"/>
              <a:gd name="connsiteX11" fmla="*/ 10929877 w 12191999"/>
              <a:gd name="connsiteY11" fmla="*/ 5697555 h 6877477"/>
              <a:gd name="connsiteX12" fmla="*/ 9949130 w 12191999"/>
              <a:gd name="connsiteY12" fmla="*/ 6678302 h 6877477"/>
              <a:gd name="connsiteX13" fmla="*/ 8968382 w 12191999"/>
              <a:gd name="connsiteY13" fmla="*/ 5697555 h 6877477"/>
              <a:gd name="connsiteX14" fmla="*/ 11053396 w 12191999"/>
              <a:gd name="connsiteY14" fmla="*/ 3580491 h 6877477"/>
              <a:gd name="connsiteX15" fmla="*/ 12034143 w 12191999"/>
              <a:gd name="connsiteY15" fmla="*/ 4561237 h 6877477"/>
              <a:gd name="connsiteX16" fmla="*/ 11053396 w 12191999"/>
              <a:gd name="connsiteY16" fmla="*/ 5541984 h 6877477"/>
              <a:gd name="connsiteX17" fmla="*/ 10072648 w 12191999"/>
              <a:gd name="connsiteY17" fmla="*/ 4561237 h 6877477"/>
              <a:gd name="connsiteX18" fmla="*/ 8844864 w 12191999"/>
              <a:gd name="connsiteY18" fmla="*/ 3580491 h 6877477"/>
              <a:gd name="connsiteX19" fmla="*/ 9825611 w 12191999"/>
              <a:gd name="connsiteY19" fmla="*/ 4561237 h 6877477"/>
              <a:gd name="connsiteX20" fmla="*/ 8844864 w 12191999"/>
              <a:gd name="connsiteY20" fmla="*/ 5541984 h 6877477"/>
              <a:gd name="connsiteX21" fmla="*/ 7864116 w 12191999"/>
              <a:gd name="connsiteY21" fmla="*/ 4561237 h 6877477"/>
              <a:gd name="connsiteX22" fmla="*/ 10739 w 12191999"/>
              <a:gd name="connsiteY22" fmla="*/ 3580491 h 6877477"/>
              <a:gd name="connsiteX23" fmla="*/ 991485 w 12191999"/>
              <a:gd name="connsiteY23" fmla="*/ 4561237 h 6877477"/>
              <a:gd name="connsiteX24" fmla="*/ 10739 w 12191999"/>
              <a:gd name="connsiteY24" fmla="*/ 5541984 h 6877477"/>
              <a:gd name="connsiteX25" fmla="*/ 0 w 12191999"/>
              <a:gd name="connsiteY25" fmla="*/ 5531245 h 6877477"/>
              <a:gd name="connsiteX26" fmla="*/ 0 w 12191999"/>
              <a:gd name="connsiteY26" fmla="*/ 3591230 h 6877477"/>
              <a:gd name="connsiteX27" fmla="*/ 1115005 w 12191999"/>
              <a:gd name="connsiteY27" fmla="*/ 2448297 h 6877477"/>
              <a:gd name="connsiteX28" fmla="*/ 2095752 w 12191999"/>
              <a:gd name="connsiteY28" fmla="*/ 3429042 h 6877477"/>
              <a:gd name="connsiteX29" fmla="*/ 1115005 w 12191999"/>
              <a:gd name="connsiteY29" fmla="*/ 4409788 h 6877477"/>
              <a:gd name="connsiteX30" fmla="*/ 134258 w 12191999"/>
              <a:gd name="connsiteY30" fmla="*/ 3429042 h 6877477"/>
              <a:gd name="connsiteX31" fmla="*/ 12182376 w 12191999"/>
              <a:gd name="connsiteY31" fmla="*/ 2448295 h 6877477"/>
              <a:gd name="connsiteX32" fmla="*/ 12191999 w 12191999"/>
              <a:gd name="connsiteY32" fmla="*/ 2457918 h 6877477"/>
              <a:gd name="connsiteX33" fmla="*/ 12191999 w 12191999"/>
              <a:gd name="connsiteY33" fmla="*/ 4400165 h 6877477"/>
              <a:gd name="connsiteX34" fmla="*/ 12182376 w 12191999"/>
              <a:gd name="connsiteY34" fmla="*/ 4409788 h 6877477"/>
              <a:gd name="connsiteX35" fmla="*/ 11201628 w 12191999"/>
              <a:gd name="connsiteY35" fmla="*/ 3429042 h 6877477"/>
              <a:gd name="connsiteX36" fmla="*/ 9949130 w 12191999"/>
              <a:gd name="connsiteY36" fmla="*/ 2448295 h 6877477"/>
              <a:gd name="connsiteX37" fmla="*/ 10929877 w 12191999"/>
              <a:gd name="connsiteY37" fmla="*/ 3429042 h 6877477"/>
              <a:gd name="connsiteX38" fmla="*/ 9949130 w 12191999"/>
              <a:gd name="connsiteY38" fmla="*/ 4409788 h 6877477"/>
              <a:gd name="connsiteX39" fmla="*/ 8968382 w 12191999"/>
              <a:gd name="connsiteY39" fmla="*/ 3429042 h 6877477"/>
              <a:gd name="connsiteX40" fmla="*/ 7740598 w 12191999"/>
              <a:gd name="connsiteY40" fmla="*/ 2448295 h 6877477"/>
              <a:gd name="connsiteX41" fmla="*/ 8721345 w 12191999"/>
              <a:gd name="connsiteY41" fmla="*/ 3429042 h 6877477"/>
              <a:gd name="connsiteX42" fmla="*/ 7740598 w 12191999"/>
              <a:gd name="connsiteY42" fmla="*/ 4409788 h 6877477"/>
              <a:gd name="connsiteX43" fmla="*/ 6759852 w 12191999"/>
              <a:gd name="connsiteY43" fmla="*/ 3429042 h 6877477"/>
              <a:gd name="connsiteX44" fmla="*/ 11053396 w 12191999"/>
              <a:gd name="connsiteY44" fmla="*/ 1313009 h 6877477"/>
              <a:gd name="connsiteX45" fmla="*/ 12034143 w 12191999"/>
              <a:gd name="connsiteY45" fmla="*/ 2293756 h 6877477"/>
              <a:gd name="connsiteX46" fmla="*/ 11053396 w 12191999"/>
              <a:gd name="connsiteY46" fmla="*/ 3274502 h 6877477"/>
              <a:gd name="connsiteX47" fmla="*/ 10072648 w 12191999"/>
              <a:gd name="connsiteY47" fmla="*/ 2293756 h 6877477"/>
              <a:gd name="connsiteX48" fmla="*/ 8844864 w 12191999"/>
              <a:gd name="connsiteY48" fmla="*/ 1313009 h 6877477"/>
              <a:gd name="connsiteX49" fmla="*/ 9825611 w 12191999"/>
              <a:gd name="connsiteY49" fmla="*/ 2293756 h 6877477"/>
              <a:gd name="connsiteX50" fmla="*/ 8844864 w 12191999"/>
              <a:gd name="connsiteY50" fmla="*/ 3274503 h 6877477"/>
              <a:gd name="connsiteX51" fmla="*/ 7864116 w 12191999"/>
              <a:gd name="connsiteY51" fmla="*/ 2293756 h 6877477"/>
              <a:gd name="connsiteX52" fmla="*/ 6636337 w 12191999"/>
              <a:gd name="connsiteY52" fmla="*/ 1313009 h 6877477"/>
              <a:gd name="connsiteX53" fmla="*/ 7617079 w 12191999"/>
              <a:gd name="connsiteY53" fmla="*/ 2293756 h 6877477"/>
              <a:gd name="connsiteX54" fmla="*/ 6636337 w 12191999"/>
              <a:gd name="connsiteY54" fmla="*/ 3274503 h 6877477"/>
              <a:gd name="connsiteX55" fmla="*/ 5655588 w 12191999"/>
              <a:gd name="connsiteY55" fmla="*/ 2293756 h 6877477"/>
              <a:gd name="connsiteX56" fmla="*/ 2219273 w 12191999"/>
              <a:gd name="connsiteY56" fmla="*/ 1313009 h 6877477"/>
              <a:gd name="connsiteX57" fmla="*/ 3200020 w 12191999"/>
              <a:gd name="connsiteY57" fmla="*/ 2293756 h 6877477"/>
              <a:gd name="connsiteX58" fmla="*/ 2219273 w 12191999"/>
              <a:gd name="connsiteY58" fmla="*/ 3274503 h 6877477"/>
              <a:gd name="connsiteX59" fmla="*/ 1238524 w 12191999"/>
              <a:gd name="connsiteY59" fmla="*/ 2293756 h 6877477"/>
              <a:gd name="connsiteX60" fmla="*/ 10741 w 12191999"/>
              <a:gd name="connsiteY60" fmla="*/ 1313009 h 6877477"/>
              <a:gd name="connsiteX61" fmla="*/ 991488 w 12191999"/>
              <a:gd name="connsiteY61" fmla="*/ 2293756 h 6877477"/>
              <a:gd name="connsiteX62" fmla="*/ 10741 w 12191999"/>
              <a:gd name="connsiteY62" fmla="*/ 3274503 h 6877477"/>
              <a:gd name="connsiteX63" fmla="*/ 0 w 12191999"/>
              <a:gd name="connsiteY63" fmla="*/ 3263761 h 6877477"/>
              <a:gd name="connsiteX64" fmla="*/ 0 w 12191999"/>
              <a:gd name="connsiteY64" fmla="*/ 1323750 h 6877477"/>
              <a:gd name="connsiteX65" fmla="*/ 7740598 w 12191999"/>
              <a:gd name="connsiteY65" fmla="*/ 179783 h 6877477"/>
              <a:gd name="connsiteX66" fmla="*/ 8721345 w 12191999"/>
              <a:gd name="connsiteY66" fmla="*/ 1160530 h 6877477"/>
              <a:gd name="connsiteX67" fmla="*/ 7740598 w 12191999"/>
              <a:gd name="connsiteY67" fmla="*/ 2141277 h 6877477"/>
              <a:gd name="connsiteX68" fmla="*/ 6759852 w 12191999"/>
              <a:gd name="connsiteY68" fmla="*/ 1160530 h 6877477"/>
              <a:gd name="connsiteX69" fmla="*/ 5532073 w 12191999"/>
              <a:gd name="connsiteY69" fmla="*/ 179783 h 6877477"/>
              <a:gd name="connsiteX70" fmla="*/ 6512819 w 12191999"/>
              <a:gd name="connsiteY70" fmla="*/ 1160530 h 6877477"/>
              <a:gd name="connsiteX71" fmla="*/ 5532073 w 12191999"/>
              <a:gd name="connsiteY71" fmla="*/ 2141277 h 6877477"/>
              <a:gd name="connsiteX72" fmla="*/ 4551324 w 12191999"/>
              <a:gd name="connsiteY72" fmla="*/ 1160530 h 6877477"/>
              <a:gd name="connsiteX73" fmla="*/ 3323540 w 12191999"/>
              <a:gd name="connsiteY73" fmla="*/ 179783 h 6877477"/>
              <a:gd name="connsiteX74" fmla="*/ 4304287 w 12191999"/>
              <a:gd name="connsiteY74" fmla="*/ 1160530 h 6877477"/>
              <a:gd name="connsiteX75" fmla="*/ 3323540 w 12191999"/>
              <a:gd name="connsiteY75" fmla="*/ 2141277 h 6877477"/>
              <a:gd name="connsiteX76" fmla="*/ 2342792 w 12191999"/>
              <a:gd name="connsiteY76" fmla="*/ 1160530 h 6877477"/>
              <a:gd name="connsiteX77" fmla="*/ 1115008 w 12191999"/>
              <a:gd name="connsiteY77" fmla="*/ 179783 h 6877477"/>
              <a:gd name="connsiteX78" fmla="*/ 2095755 w 12191999"/>
              <a:gd name="connsiteY78" fmla="*/ 1160530 h 6877477"/>
              <a:gd name="connsiteX79" fmla="*/ 1115008 w 12191999"/>
              <a:gd name="connsiteY79" fmla="*/ 2141277 h 6877477"/>
              <a:gd name="connsiteX80" fmla="*/ 134260 w 12191999"/>
              <a:gd name="connsiteY80" fmla="*/ 1160530 h 6877477"/>
              <a:gd name="connsiteX81" fmla="*/ 12182376 w 12191999"/>
              <a:gd name="connsiteY81" fmla="*/ 179782 h 6877477"/>
              <a:gd name="connsiteX82" fmla="*/ 12191999 w 12191999"/>
              <a:gd name="connsiteY82" fmla="*/ 189405 h 6877477"/>
              <a:gd name="connsiteX83" fmla="*/ 12191999 w 12191999"/>
              <a:gd name="connsiteY83" fmla="*/ 2131652 h 6877477"/>
              <a:gd name="connsiteX84" fmla="*/ 12182376 w 12191999"/>
              <a:gd name="connsiteY84" fmla="*/ 2141275 h 6877477"/>
              <a:gd name="connsiteX85" fmla="*/ 11201628 w 12191999"/>
              <a:gd name="connsiteY85" fmla="*/ 1160529 h 6877477"/>
              <a:gd name="connsiteX86" fmla="*/ 9949130 w 12191999"/>
              <a:gd name="connsiteY86" fmla="*/ 179782 h 6877477"/>
              <a:gd name="connsiteX87" fmla="*/ 10929877 w 12191999"/>
              <a:gd name="connsiteY87" fmla="*/ 1160530 h 6877477"/>
              <a:gd name="connsiteX88" fmla="*/ 9949130 w 12191999"/>
              <a:gd name="connsiteY88" fmla="*/ 2141275 h 6877477"/>
              <a:gd name="connsiteX89" fmla="*/ 8968382 w 12191999"/>
              <a:gd name="connsiteY89" fmla="*/ 1160530 h 6877477"/>
              <a:gd name="connsiteX90" fmla="*/ 10098921 w 12191999"/>
              <a:gd name="connsiteY90" fmla="*/ 0 h 6877477"/>
              <a:gd name="connsiteX91" fmla="*/ 12007870 w 12191999"/>
              <a:gd name="connsiteY91" fmla="*/ 0 h 6877477"/>
              <a:gd name="connsiteX92" fmla="*/ 12034143 w 12191999"/>
              <a:gd name="connsiteY92" fmla="*/ 26273 h 6877477"/>
              <a:gd name="connsiteX93" fmla="*/ 11053396 w 12191999"/>
              <a:gd name="connsiteY93" fmla="*/ 1007020 h 6877477"/>
              <a:gd name="connsiteX94" fmla="*/ 10072648 w 12191999"/>
              <a:gd name="connsiteY94" fmla="*/ 26273 h 6877477"/>
              <a:gd name="connsiteX95" fmla="*/ 7890389 w 12191999"/>
              <a:gd name="connsiteY95" fmla="*/ 0 h 6877477"/>
              <a:gd name="connsiteX96" fmla="*/ 9799338 w 12191999"/>
              <a:gd name="connsiteY96" fmla="*/ 0 h 6877477"/>
              <a:gd name="connsiteX97" fmla="*/ 9825611 w 12191999"/>
              <a:gd name="connsiteY97" fmla="*/ 26273 h 6877477"/>
              <a:gd name="connsiteX98" fmla="*/ 8844864 w 12191999"/>
              <a:gd name="connsiteY98" fmla="*/ 1007020 h 6877477"/>
              <a:gd name="connsiteX99" fmla="*/ 7864116 w 12191999"/>
              <a:gd name="connsiteY99" fmla="*/ 26273 h 6877477"/>
              <a:gd name="connsiteX100" fmla="*/ 5681864 w 12191999"/>
              <a:gd name="connsiteY100" fmla="*/ 0 h 6877477"/>
              <a:gd name="connsiteX101" fmla="*/ 7590806 w 12191999"/>
              <a:gd name="connsiteY101" fmla="*/ 0 h 6877477"/>
              <a:gd name="connsiteX102" fmla="*/ 7617079 w 12191999"/>
              <a:gd name="connsiteY102" fmla="*/ 26273 h 6877477"/>
              <a:gd name="connsiteX103" fmla="*/ 6636339 w 12191999"/>
              <a:gd name="connsiteY103" fmla="*/ 1007020 h 6877477"/>
              <a:gd name="connsiteX104" fmla="*/ 5655591 w 12191999"/>
              <a:gd name="connsiteY104" fmla="*/ 26273 h 6877477"/>
              <a:gd name="connsiteX105" fmla="*/ 3473334 w 12191999"/>
              <a:gd name="connsiteY105" fmla="*/ 0 h 6877477"/>
              <a:gd name="connsiteX106" fmla="*/ 5382281 w 12191999"/>
              <a:gd name="connsiteY106" fmla="*/ 0 h 6877477"/>
              <a:gd name="connsiteX107" fmla="*/ 5408554 w 12191999"/>
              <a:gd name="connsiteY107" fmla="*/ 26274 h 6877477"/>
              <a:gd name="connsiteX108" fmla="*/ 4427806 w 12191999"/>
              <a:gd name="connsiteY108" fmla="*/ 1007020 h 6877477"/>
              <a:gd name="connsiteX109" fmla="*/ 3447060 w 12191999"/>
              <a:gd name="connsiteY109" fmla="*/ 26274 h 6877477"/>
              <a:gd name="connsiteX110" fmla="*/ 1264801 w 12191999"/>
              <a:gd name="connsiteY110" fmla="*/ 0 h 6877477"/>
              <a:gd name="connsiteX111" fmla="*/ 3173749 w 12191999"/>
              <a:gd name="connsiteY111" fmla="*/ 0 h 6877477"/>
              <a:gd name="connsiteX112" fmla="*/ 3200023 w 12191999"/>
              <a:gd name="connsiteY112" fmla="*/ 26274 h 6877477"/>
              <a:gd name="connsiteX113" fmla="*/ 2219276 w 12191999"/>
              <a:gd name="connsiteY113" fmla="*/ 1007020 h 6877477"/>
              <a:gd name="connsiteX114" fmla="*/ 1238527 w 12191999"/>
              <a:gd name="connsiteY114" fmla="*/ 26274 h 6877477"/>
              <a:gd name="connsiteX115" fmla="*/ 0 w 12191999"/>
              <a:gd name="connsiteY115" fmla="*/ 0 h 6877477"/>
              <a:gd name="connsiteX116" fmla="*/ 965216 w 12191999"/>
              <a:gd name="connsiteY116" fmla="*/ 0 h 6877477"/>
              <a:gd name="connsiteX117" fmla="*/ 991490 w 12191999"/>
              <a:gd name="connsiteY117" fmla="*/ 26274 h 6877477"/>
              <a:gd name="connsiteX118" fmla="*/ 10744 w 12191999"/>
              <a:gd name="connsiteY118" fmla="*/ 1007021 h 6877477"/>
              <a:gd name="connsiteX119" fmla="*/ 0 w 12191999"/>
              <a:gd name="connsiteY119" fmla="*/ 996277 h 6877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12191999" h="6877477">
                <a:moveTo>
                  <a:pt x="11053396" y="5847975"/>
                </a:moveTo>
                <a:lnTo>
                  <a:pt x="12034143" y="6828722"/>
                </a:lnTo>
                <a:lnTo>
                  <a:pt x="11985388" y="6877477"/>
                </a:lnTo>
                <a:lnTo>
                  <a:pt x="10121403" y="6877477"/>
                </a:lnTo>
                <a:lnTo>
                  <a:pt x="10072648" y="6828722"/>
                </a:lnTo>
                <a:close/>
                <a:moveTo>
                  <a:pt x="12182376" y="4716808"/>
                </a:moveTo>
                <a:lnTo>
                  <a:pt x="12191999" y="4726431"/>
                </a:lnTo>
                <a:lnTo>
                  <a:pt x="12191999" y="6668679"/>
                </a:lnTo>
                <a:lnTo>
                  <a:pt x="12182376" y="6678302"/>
                </a:lnTo>
                <a:lnTo>
                  <a:pt x="11201628" y="5697555"/>
                </a:lnTo>
                <a:close/>
                <a:moveTo>
                  <a:pt x="9949130" y="4716808"/>
                </a:moveTo>
                <a:lnTo>
                  <a:pt x="10929877" y="5697555"/>
                </a:lnTo>
                <a:lnTo>
                  <a:pt x="9949130" y="6678302"/>
                </a:lnTo>
                <a:lnTo>
                  <a:pt x="8968382" y="5697555"/>
                </a:lnTo>
                <a:close/>
                <a:moveTo>
                  <a:pt x="11053396" y="3580491"/>
                </a:moveTo>
                <a:lnTo>
                  <a:pt x="12034143" y="4561237"/>
                </a:lnTo>
                <a:lnTo>
                  <a:pt x="11053396" y="5541984"/>
                </a:lnTo>
                <a:lnTo>
                  <a:pt x="10072648" y="4561237"/>
                </a:lnTo>
                <a:close/>
                <a:moveTo>
                  <a:pt x="8844864" y="3580491"/>
                </a:moveTo>
                <a:lnTo>
                  <a:pt x="9825611" y="4561237"/>
                </a:lnTo>
                <a:lnTo>
                  <a:pt x="8844864" y="5541984"/>
                </a:lnTo>
                <a:lnTo>
                  <a:pt x="7864116" y="4561237"/>
                </a:lnTo>
                <a:close/>
                <a:moveTo>
                  <a:pt x="10739" y="3580491"/>
                </a:moveTo>
                <a:lnTo>
                  <a:pt x="991485" y="4561237"/>
                </a:lnTo>
                <a:lnTo>
                  <a:pt x="10739" y="5541984"/>
                </a:lnTo>
                <a:lnTo>
                  <a:pt x="0" y="5531245"/>
                </a:lnTo>
                <a:lnTo>
                  <a:pt x="0" y="3591230"/>
                </a:lnTo>
                <a:close/>
                <a:moveTo>
                  <a:pt x="1115005" y="2448297"/>
                </a:moveTo>
                <a:lnTo>
                  <a:pt x="2095752" y="3429042"/>
                </a:lnTo>
                <a:lnTo>
                  <a:pt x="1115005" y="4409788"/>
                </a:lnTo>
                <a:lnTo>
                  <a:pt x="134258" y="3429042"/>
                </a:lnTo>
                <a:close/>
                <a:moveTo>
                  <a:pt x="12182376" y="2448295"/>
                </a:moveTo>
                <a:lnTo>
                  <a:pt x="12191999" y="2457918"/>
                </a:lnTo>
                <a:lnTo>
                  <a:pt x="12191999" y="4400165"/>
                </a:lnTo>
                <a:lnTo>
                  <a:pt x="12182376" y="4409788"/>
                </a:lnTo>
                <a:lnTo>
                  <a:pt x="11201628" y="3429042"/>
                </a:lnTo>
                <a:close/>
                <a:moveTo>
                  <a:pt x="9949130" y="2448295"/>
                </a:moveTo>
                <a:lnTo>
                  <a:pt x="10929877" y="3429042"/>
                </a:lnTo>
                <a:lnTo>
                  <a:pt x="9949130" y="4409788"/>
                </a:lnTo>
                <a:lnTo>
                  <a:pt x="8968382" y="3429042"/>
                </a:lnTo>
                <a:close/>
                <a:moveTo>
                  <a:pt x="7740598" y="2448295"/>
                </a:moveTo>
                <a:lnTo>
                  <a:pt x="8721345" y="3429042"/>
                </a:lnTo>
                <a:lnTo>
                  <a:pt x="7740598" y="4409788"/>
                </a:lnTo>
                <a:lnTo>
                  <a:pt x="6759852" y="3429042"/>
                </a:lnTo>
                <a:close/>
                <a:moveTo>
                  <a:pt x="11053396" y="1313009"/>
                </a:moveTo>
                <a:lnTo>
                  <a:pt x="12034143" y="2293756"/>
                </a:lnTo>
                <a:lnTo>
                  <a:pt x="11053396" y="3274502"/>
                </a:lnTo>
                <a:lnTo>
                  <a:pt x="10072648" y="2293756"/>
                </a:lnTo>
                <a:close/>
                <a:moveTo>
                  <a:pt x="8844864" y="1313009"/>
                </a:moveTo>
                <a:lnTo>
                  <a:pt x="9825611" y="2293756"/>
                </a:lnTo>
                <a:lnTo>
                  <a:pt x="8844864" y="3274503"/>
                </a:lnTo>
                <a:lnTo>
                  <a:pt x="7864116" y="2293756"/>
                </a:lnTo>
                <a:close/>
                <a:moveTo>
                  <a:pt x="6636337" y="1313009"/>
                </a:moveTo>
                <a:lnTo>
                  <a:pt x="7617079" y="2293756"/>
                </a:lnTo>
                <a:lnTo>
                  <a:pt x="6636337" y="3274503"/>
                </a:lnTo>
                <a:lnTo>
                  <a:pt x="5655588" y="2293756"/>
                </a:lnTo>
                <a:close/>
                <a:moveTo>
                  <a:pt x="2219273" y="1313009"/>
                </a:moveTo>
                <a:lnTo>
                  <a:pt x="3200020" y="2293756"/>
                </a:lnTo>
                <a:lnTo>
                  <a:pt x="2219273" y="3274503"/>
                </a:lnTo>
                <a:lnTo>
                  <a:pt x="1238524" y="2293756"/>
                </a:lnTo>
                <a:close/>
                <a:moveTo>
                  <a:pt x="10741" y="1313009"/>
                </a:moveTo>
                <a:lnTo>
                  <a:pt x="991488" y="2293756"/>
                </a:lnTo>
                <a:lnTo>
                  <a:pt x="10741" y="3274503"/>
                </a:lnTo>
                <a:lnTo>
                  <a:pt x="0" y="3263761"/>
                </a:lnTo>
                <a:lnTo>
                  <a:pt x="0" y="1323750"/>
                </a:lnTo>
                <a:close/>
                <a:moveTo>
                  <a:pt x="7740598" y="179783"/>
                </a:moveTo>
                <a:lnTo>
                  <a:pt x="8721345" y="1160530"/>
                </a:lnTo>
                <a:lnTo>
                  <a:pt x="7740598" y="2141277"/>
                </a:lnTo>
                <a:lnTo>
                  <a:pt x="6759852" y="1160530"/>
                </a:lnTo>
                <a:close/>
                <a:moveTo>
                  <a:pt x="5532073" y="179783"/>
                </a:moveTo>
                <a:lnTo>
                  <a:pt x="6512819" y="1160530"/>
                </a:lnTo>
                <a:lnTo>
                  <a:pt x="5532073" y="2141277"/>
                </a:lnTo>
                <a:lnTo>
                  <a:pt x="4551324" y="1160530"/>
                </a:lnTo>
                <a:close/>
                <a:moveTo>
                  <a:pt x="3323540" y="179783"/>
                </a:moveTo>
                <a:lnTo>
                  <a:pt x="4304287" y="1160530"/>
                </a:lnTo>
                <a:lnTo>
                  <a:pt x="3323540" y="2141277"/>
                </a:lnTo>
                <a:lnTo>
                  <a:pt x="2342792" y="1160530"/>
                </a:lnTo>
                <a:close/>
                <a:moveTo>
                  <a:pt x="1115008" y="179783"/>
                </a:moveTo>
                <a:lnTo>
                  <a:pt x="2095755" y="1160530"/>
                </a:lnTo>
                <a:lnTo>
                  <a:pt x="1115008" y="2141277"/>
                </a:lnTo>
                <a:lnTo>
                  <a:pt x="134260" y="1160530"/>
                </a:lnTo>
                <a:close/>
                <a:moveTo>
                  <a:pt x="12182376" y="179782"/>
                </a:moveTo>
                <a:lnTo>
                  <a:pt x="12191999" y="189405"/>
                </a:lnTo>
                <a:lnTo>
                  <a:pt x="12191999" y="2131652"/>
                </a:lnTo>
                <a:lnTo>
                  <a:pt x="12182376" y="2141275"/>
                </a:lnTo>
                <a:lnTo>
                  <a:pt x="11201628" y="1160529"/>
                </a:lnTo>
                <a:close/>
                <a:moveTo>
                  <a:pt x="9949130" y="179782"/>
                </a:moveTo>
                <a:lnTo>
                  <a:pt x="10929877" y="1160530"/>
                </a:lnTo>
                <a:lnTo>
                  <a:pt x="9949130" y="2141275"/>
                </a:lnTo>
                <a:lnTo>
                  <a:pt x="8968382" y="1160530"/>
                </a:lnTo>
                <a:close/>
                <a:moveTo>
                  <a:pt x="10098921" y="0"/>
                </a:moveTo>
                <a:lnTo>
                  <a:pt x="12007870" y="0"/>
                </a:lnTo>
                <a:lnTo>
                  <a:pt x="12034143" y="26273"/>
                </a:lnTo>
                <a:lnTo>
                  <a:pt x="11053396" y="1007020"/>
                </a:lnTo>
                <a:lnTo>
                  <a:pt x="10072648" y="26273"/>
                </a:lnTo>
                <a:close/>
                <a:moveTo>
                  <a:pt x="7890389" y="0"/>
                </a:moveTo>
                <a:lnTo>
                  <a:pt x="9799338" y="0"/>
                </a:lnTo>
                <a:lnTo>
                  <a:pt x="9825611" y="26273"/>
                </a:lnTo>
                <a:lnTo>
                  <a:pt x="8844864" y="1007020"/>
                </a:lnTo>
                <a:lnTo>
                  <a:pt x="7864116" y="26273"/>
                </a:lnTo>
                <a:close/>
                <a:moveTo>
                  <a:pt x="5681864" y="0"/>
                </a:moveTo>
                <a:lnTo>
                  <a:pt x="7590806" y="0"/>
                </a:lnTo>
                <a:lnTo>
                  <a:pt x="7617079" y="26273"/>
                </a:lnTo>
                <a:lnTo>
                  <a:pt x="6636339" y="1007020"/>
                </a:lnTo>
                <a:lnTo>
                  <a:pt x="5655591" y="26273"/>
                </a:lnTo>
                <a:close/>
                <a:moveTo>
                  <a:pt x="3473334" y="0"/>
                </a:moveTo>
                <a:lnTo>
                  <a:pt x="5382281" y="0"/>
                </a:lnTo>
                <a:lnTo>
                  <a:pt x="5408554" y="26274"/>
                </a:lnTo>
                <a:lnTo>
                  <a:pt x="4427806" y="1007020"/>
                </a:lnTo>
                <a:lnTo>
                  <a:pt x="3447060" y="26274"/>
                </a:lnTo>
                <a:close/>
                <a:moveTo>
                  <a:pt x="1264801" y="0"/>
                </a:moveTo>
                <a:lnTo>
                  <a:pt x="3173749" y="0"/>
                </a:lnTo>
                <a:lnTo>
                  <a:pt x="3200023" y="26274"/>
                </a:lnTo>
                <a:lnTo>
                  <a:pt x="2219276" y="1007020"/>
                </a:lnTo>
                <a:lnTo>
                  <a:pt x="1238527" y="26274"/>
                </a:lnTo>
                <a:close/>
                <a:moveTo>
                  <a:pt x="0" y="0"/>
                </a:moveTo>
                <a:lnTo>
                  <a:pt x="965216" y="0"/>
                </a:lnTo>
                <a:lnTo>
                  <a:pt x="991490" y="26274"/>
                </a:lnTo>
                <a:lnTo>
                  <a:pt x="10744" y="1007021"/>
                </a:lnTo>
                <a:lnTo>
                  <a:pt x="0" y="996277"/>
                </a:lnTo>
                <a:close/>
              </a:path>
            </a:pathLst>
          </a:custGeom>
          <a:solidFill>
            <a:schemeClr val="bg1">
              <a:lumMod val="95000"/>
            </a:schemeClr>
          </a:solidFill>
        </p:spPr>
        <p:txBody>
          <a:bodyPr wrap="square" anchor="ctr">
            <a:noAutofit/>
          </a:bodyPr>
          <a:lstStyle>
            <a:lvl1pPr marL="0" indent="0" algn="ctr">
              <a:buNone/>
              <a:defRPr sz="120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39649280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7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96040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48309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NG sets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332482"/>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PNG &amp; Shapes Layout</a:t>
            </a:r>
          </a:p>
        </p:txBody>
      </p:sp>
    </p:spTree>
    <p:extLst>
      <p:ext uri="{BB962C8B-B14F-4D97-AF65-F5344CB8AC3E}">
        <p14:creationId xmlns:p14="http://schemas.microsoft.com/office/powerpoint/2010/main" val="24463927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Icon sets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123478"/>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Icon Sets Layout</a:t>
            </a:r>
          </a:p>
        </p:txBody>
      </p:sp>
      <p:sp>
        <p:nvSpPr>
          <p:cNvPr id="3" name="Rounded Rectangle 2"/>
          <p:cNvSpPr/>
          <p:nvPr userDrawn="1"/>
        </p:nvSpPr>
        <p:spPr>
          <a:xfrm>
            <a:off x="354010" y="1131591"/>
            <a:ext cx="3560767" cy="540256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p>
        </p:txBody>
      </p:sp>
      <p:sp>
        <p:nvSpPr>
          <p:cNvPr id="4" name="Rounded Rectangle 3"/>
          <p:cNvSpPr/>
          <p:nvPr userDrawn="1"/>
        </p:nvSpPr>
        <p:spPr>
          <a:xfrm>
            <a:off x="531933" y="1347500"/>
            <a:ext cx="153868" cy="5015200"/>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bg1"/>
              </a:solidFill>
            </a:endParaRPr>
          </a:p>
        </p:txBody>
      </p:sp>
      <p:sp>
        <p:nvSpPr>
          <p:cNvPr id="5" name="Half Frame 4"/>
          <p:cNvSpPr/>
          <p:nvPr userDrawn="1"/>
        </p:nvSpPr>
        <p:spPr>
          <a:xfrm rot="5400000">
            <a:off x="3057177" y="1276653"/>
            <a:ext cx="685849" cy="685148"/>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tx1">
                  <a:lumMod val="85000"/>
                  <a:lumOff val="15000"/>
                </a:schemeClr>
              </a:solidFill>
            </a:endParaRPr>
          </a:p>
        </p:txBody>
      </p:sp>
      <p:sp>
        <p:nvSpPr>
          <p:cNvPr id="58" name="TextBox 57">
            <a:extLst>
              <a:ext uri="{FF2B5EF4-FFF2-40B4-BE49-F238E27FC236}">
                <a16:creationId xmlns:a16="http://schemas.microsoft.com/office/drawing/2014/main" id="{5644E8BB-F13A-4AE0-889E-633DE4143787}"/>
              </a:ext>
            </a:extLst>
          </p:cNvPr>
          <p:cNvSpPr txBox="1"/>
          <p:nvPr userDrawn="1"/>
        </p:nvSpPr>
        <p:spPr>
          <a:xfrm>
            <a:off x="711704" y="1637214"/>
            <a:ext cx="2232248" cy="523220"/>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Resize without losing quality</a:t>
            </a:r>
            <a:endParaRPr lang="ko-KR" altLang="en-US" sz="1400" b="1" dirty="0">
              <a:solidFill>
                <a:schemeClr val="bg1"/>
              </a:solidFill>
              <a:latin typeface="Arial" pitchFamily="34" charset="0"/>
              <a:cs typeface="Arial" pitchFamily="34" charset="0"/>
            </a:endParaRPr>
          </a:p>
        </p:txBody>
      </p:sp>
      <p:sp>
        <p:nvSpPr>
          <p:cNvPr id="59" name="TextBox 58">
            <a:extLst>
              <a:ext uri="{FF2B5EF4-FFF2-40B4-BE49-F238E27FC236}">
                <a16:creationId xmlns:a16="http://schemas.microsoft.com/office/drawing/2014/main" id="{F2CE2B8B-ED32-491A-95B2-D28904BC432C}"/>
              </a:ext>
            </a:extLst>
          </p:cNvPr>
          <p:cNvSpPr txBox="1"/>
          <p:nvPr userDrawn="1"/>
        </p:nvSpPr>
        <p:spPr>
          <a:xfrm>
            <a:off x="711704" y="2127463"/>
            <a:ext cx="2232248" cy="738664"/>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Change Fill Color &amp;</a:t>
            </a:r>
          </a:p>
          <a:p>
            <a:r>
              <a:rPr lang="en-US" altLang="ko-KR" sz="1400" b="1" dirty="0">
                <a:solidFill>
                  <a:schemeClr val="bg1"/>
                </a:solidFill>
                <a:latin typeface="Arial" pitchFamily="34" charset="0"/>
                <a:cs typeface="Arial" pitchFamily="34" charset="0"/>
              </a:rPr>
              <a:t>Line Color</a:t>
            </a:r>
            <a:endParaRPr lang="ko-KR" altLang="en-US" sz="1400" b="1" dirty="0">
              <a:solidFill>
                <a:schemeClr val="bg1"/>
              </a:solidFill>
              <a:latin typeface="Arial" pitchFamily="34" charset="0"/>
              <a:cs typeface="Arial" pitchFamily="34" charset="0"/>
            </a:endParaRPr>
          </a:p>
        </p:txBody>
      </p:sp>
      <p:sp>
        <p:nvSpPr>
          <p:cNvPr id="60" name="TextBox 59">
            <a:extLst>
              <a:ext uri="{FF2B5EF4-FFF2-40B4-BE49-F238E27FC236}">
                <a16:creationId xmlns:a16="http://schemas.microsoft.com/office/drawing/2014/main" id="{962A52DF-2523-4479-BFA3-B5ACE9887E1C}"/>
              </a:ext>
            </a:extLst>
          </p:cNvPr>
          <p:cNvSpPr txBox="1"/>
          <p:nvPr userDrawn="1"/>
        </p:nvSpPr>
        <p:spPr>
          <a:xfrm>
            <a:off x="721229" y="5808438"/>
            <a:ext cx="2232000" cy="307777"/>
          </a:xfrm>
          <a:prstGeom prst="rect">
            <a:avLst/>
          </a:prstGeom>
          <a:noFill/>
        </p:spPr>
        <p:txBody>
          <a:bodyPr wrap="square" rtlCol="0" anchor="ctr">
            <a:spAutoFit/>
          </a:bodyPr>
          <a:lstStyle/>
          <a:p>
            <a:r>
              <a:rPr lang="en-US" altLang="ko-KR" sz="1400" dirty="0">
                <a:solidFill>
                  <a:schemeClr val="bg1"/>
                </a:solidFill>
                <a:latin typeface="Arial" pitchFamily="34" charset="0"/>
                <a:cs typeface="Arial" pitchFamily="34" charset="0"/>
              </a:rPr>
              <a:t>www.allppt.com</a:t>
            </a:r>
            <a:endParaRPr lang="ko-KR" altLang="en-US" sz="1400" dirty="0">
              <a:solidFill>
                <a:schemeClr val="bg1"/>
              </a:solidFill>
              <a:latin typeface="Arial" pitchFamily="34" charset="0"/>
              <a:cs typeface="Arial" pitchFamily="34" charset="0"/>
            </a:endParaRPr>
          </a:p>
        </p:txBody>
      </p:sp>
      <p:sp>
        <p:nvSpPr>
          <p:cNvPr id="61" name="TextBox 60">
            <a:extLst>
              <a:ext uri="{FF2B5EF4-FFF2-40B4-BE49-F238E27FC236}">
                <a16:creationId xmlns:a16="http://schemas.microsoft.com/office/drawing/2014/main" id="{BAAC314F-E96A-4408-95DE-A70E9ED054AF}"/>
              </a:ext>
            </a:extLst>
          </p:cNvPr>
          <p:cNvSpPr txBox="1"/>
          <p:nvPr userDrawn="1"/>
        </p:nvSpPr>
        <p:spPr>
          <a:xfrm>
            <a:off x="721229" y="4450324"/>
            <a:ext cx="2717296" cy="1384995"/>
          </a:xfrm>
          <a:prstGeom prst="rect">
            <a:avLst/>
          </a:prstGeom>
          <a:noFill/>
        </p:spPr>
        <p:txBody>
          <a:bodyPr wrap="square" rtlCol="0" anchor="ctr">
            <a:spAutoFit/>
          </a:bodyPr>
          <a:lstStyle/>
          <a:p>
            <a:r>
              <a:rPr lang="en-US" altLang="ko-KR" sz="2800" b="1" dirty="0">
                <a:solidFill>
                  <a:schemeClr val="bg1"/>
                </a:solidFill>
                <a:latin typeface="+mn-lt"/>
                <a:ea typeface="+mn-ea"/>
                <a:cs typeface="Arial" pitchFamily="34" charset="0"/>
              </a:rPr>
              <a:t>FREE </a:t>
            </a:r>
          </a:p>
          <a:p>
            <a:r>
              <a:rPr lang="en-US" altLang="ko-KR" sz="2800" b="1" dirty="0">
                <a:solidFill>
                  <a:schemeClr val="bg1"/>
                </a:solidFill>
                <a:latin typeface="+mn-lt"/>
                <a:ea typeface="+mn-ea"/>
                <a:cs typeface="Arial" pitchFamily="34" charset="0"/>
              </a:rPr>
              <a:t>PPT TEMPLATES</a:t>
            </a:r>
          </a:p>
        </p:txBody>
      </p:sp>
    </p:spTree>
    <p:extLst>
      <p:ext uri="{BB962C8B-B14F-4D97-AF65-F5344CB8AC3E}">
        <p14:creationId xmlns:p14="http://schemas.microsoft.com/office/powerpoint/2010/main" val="31367658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Break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47202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18" Type="http://schemas.openxmlformats.org/officeDocument/2006/relationships/slideLayout" Target="../slideLayouts/slideLayout20.xml"/><Relationship Id="rId3" Type="http://schemas.openxmlformats.org/officeDocument/2006/relationships/slideLayout" Target="../slideLayouts/slideLayout5.xml"/><Relationship Id="rId21" Type="http://schemas.openxmlformats.org/officeDocument/2006/relationships/image" Target="../media/image3.jpg"/><Relationship Id="rId7" Type="http://schemas.openxmlformats.org/officeDocument/2006/relationships/slideLayout" Target="../slideLayouts/slideLayout9.xml"/><Relationship Id="rId12" Type="http://schemas.openxmlformats.org/officeDocument/2006/relationships/slideLayout" Target="../slideLayouts/slideLayout14.xml"/><Relationship Id="rId17" Type="http://schemas.openxmlformats.org/officeDocument/2006/relationships/slideLayout" Target="../slideLayouts/slideLayout19.xml"/><Relationship Id="rId2" Type="http://schemas.openxmlformats.org/officeDocument/2006/relationships/slideLayout" Target="../slideLayouts/slideLayout4.xml"/><Relationship Id="rId16" Type="http://schemas.openxmlformats.org/officeDocument/2006/relationships/slideLayout" Target="../slideLayouts/slideLayout18.xml"/><Relationship Id="rId20" Type="http://schemas.openxmlformats.org/officeDocument/2006/relationships/theme" Target="../theme/theme2.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slideLayout" Target="../slideLayouts/slideLayout17.xml"/><Relationship Id="rId10" Type="http://schemas.openxmlformats.org/officeDocument/2006/relationships/slideLayout" Target="../slideLayouts/slideLayout12.xml"/><Relationship Id="rId19" Type="http://schemas.openxmlformats.org/officeDocument/2006/relationships/slideLayout" Target="../slideLayouts/slideLayout21.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5990320"/>
      </p:ext>
    </p:extLst>
  </p:cSld>
  <p:clrMap bg1="lt1" tx1="dk1" bg2="lt2" tx2="dk2" accent1="accent1" accent2="accent2" accent3="accent3" accent4="accent4" accent5="accent5" accent6="accent6" hlink="hlink" folHlink="folHlink"/>
  <p:sldLayoutIdLst>
    <p:sldLayoutId id="2147483649" r:id="rId1"/>
    <p:sldLayoutId id="2147483650"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21">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5311501"/>
      </p:ext>
    </p:extLst>
  </p:cSld>
  <p:clrMap bg1="lt1" tx1="dk1" bg2="lt2" tx2="dk2" accent1="accent1" accent2="accent2" accent3="accent3" accent4="accent4" accent5="accent5" accent6="accent6" hlink="hlink" folHlink="folHlink"/>
  <p:sldLayoutIdLst>
    <p:sldLayoutId id="2147483652" r:id="rId1"/>
    <p:sldLayoutId id="214748365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9" r:id="rId15"/>
    <p:sldLayoutId id="2147483688" r:id="rId16"/>
    <p:sldLayoutId id="2147483687" r:id="rId17"/>
    <p:sldLayoutId id="2147483671" r:id="rId18"/>
    <p:sldLayoutId id="2147483672" r:id="rId19"/>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8408049"/>
      </p:ext>
    </p:extLst>
  </p:cSld>
  <p:clrMap bg1="lt1" tx1="dk1" bg2="lt2" tx2="dk2" accent1="accent1" accent2="accent2" accent3="accent3" accent4="accent4" accent5="accent5" accent6="accent6" hlink="hlink" folHlink="folHlink"/>
  <p:sldLayoutIdLst>
    <p:sldLayoutId id="2147483674"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그룹 16">
            <a:extLst>
              <a:ext uri="{FF2B5EF4-FFF2-40B4-BE49-F238E27FC236}">
                <a16:creationId xmlns:a16="http://schemas.microsoft.com/office/drawing/2014/main" id="{D6A90142-6FCF-4A8E-8AEB-F927834DE8A1}"/>
              </a:ext>
            </a:extLst>
          </p:cNvPr>
          <p:cNvGrpSpPr/>
          <p:nvPr/>
        </p:nvGrpSpPr>
        <p:grpSpPr>
          <a:xfrm>
            <a:off x="-139961" y="4760557"/>
            <a:ext cx="12191999" cy="1336296"/>
            <a:chOff x="-593633" y="2450659"/>
            <a:chExt cx="11984685" cy="1336296"/>
          </a:xfrm>
        </p:grpSpPr>
        <p:sp>
          <p:nvSpPr>
            <p:cNvPr id="19" name="TextBox 18">
              <a:extLst>
                <a:ext uri="{FF2B5EF4-FFF2-40B4-BE49-F238E27FC236}">
                  <a16:creationId xmlns:a16="http://schemas.microsoft.com/office/drawing/2014/main" id="{AB07D3C0-45E0-48E1-A5BB-0EF8668C7045}"/>
                </a:ext>
              </a:extLst>
            </p:cNvPr>
            <p:cNvSpPr txBox="1"/>
            <p:nvPr/>
          </p:nvSpPr>
          <p:spPr>
            <a:xfrm>
              <a:off x="-593633" y="2450659"/>
              <a:ext cx="11984685" cy="1092607"/>
            </a:xfrm>
            <a:prstGeom prst="rect">
              <a:avLst/>
            </a:prstGeom>
            <a:noFill/>
          </p:spPr>
          <p:txBody>
            <a:bodyPr wrap="square" rtlCol="0" anchor="ctr">
              <a:spAutoFit/>
            </a:bodyPr>
            <a:lstStyle/>
            <a:p>
              <a:pPr algn="ctr"/>
              <a:r>
                <a:rPr lang="en-US" sz="6500" dirty="0" err="1">
                  <a:solidFill>
                    <a:schemeClr val="tx1">
                      <a:lumMod val="85000"/>
                      <a:lumOff val="15000"/>
                    </a:schemeClr>
                  </a:solidFill>
                  <a:latin typeface="+mj-lt"/>
                </a:rPr>
                <a:t>eNPA</a:t>
              </a:r>
              <a:endParaRPr lang="en-US" sz="6500" dirty="0">
                <a:solidFill>
                  <a:schemeClr val="tx1">
                    <a:lumMod val="85000"/>
                    <a:lumOff val="15000"/>
                  </a:schemeClr>
                </a:solidFill>
                <a:latin typeface="+mj-lt"/>
              </a:endParaRPr>
            </a:p>
          </p:txBody>
        </p:sp>
        <p:sp>
          <p:nvSpPr>
            <p:cNvPr id="20" name="TextBox 19">
              <a:extLst>
                <a:ext uri="{FF2B5EF4-FFF2-40B4-BE49-F238E27FC236}">
                  <a16:creationId xmlns:a16="http://schemas.microsoft.com/office/drawing/2014/main" id="{DE4C85E4-4327-483D-A8AC-0D5948AF7A6B}"/>
                </a:ext>
              </a:extLst>
            </p:cNvPr>
            <p:cNvSpPr txBox="1"/>
            <p:nvPr/>
          </p:nvSpPr>
          <p:spPr>
            <a:xfrm>
              <a:off x="-593633" y="3407299"/>
              <a:ext cx="11984685" cy="379656"/>
            </a:xfrm>
            <a:prstGeom prst="rect">
              <a:avLst/>
            </a:prstGeom>
            <a:noFill/>
          </p:spPr>
          <p:txBody>
            <a:bodyPr wrap="square" rtlCol="0" anchor="ctr">
              <a:spAutoFit/>
            </a:bodyPr>
            <a:lstStyle/>
            <a:p>
              <a:pPr algn="ctr"/>
              <a:r>
                <a:rPr lang="en-US" altLang="ko-KR" sz="1867" b="1" dirty="0">
                  <a:solidFill>
                    <a:schemeClr val="tx1">
                      <a:lumMod val="85000"/>
                      <a:lumOff val="15000"/>
                    </a:schemeClr>
                  </a:solidFill>
                  <a:cs typeface="Arial" pitchFamily="34" charset="0"/>
                </a:rPr>
                <a:t>NON-PROFIT ORGANIZATION ACCOUNT</a:t>
              </a:r>
              <a:endParaRPr lang="ko-KR" altLang="en-US" sz="1867" b="1" dirty="0">
                <a:solidFill>
                  <a:schemeClr val="tx1">
                    <a:lumMod val="85000"/>
                    <a:lumOff val="15000"/>
                  </a:schemeClr>
                </a:solidFill>
                <a:cs typeface="Arial" pitchFamily="34" charset="0"/>
              </a:endParaRPr>
            </a:p>
          </p:txBody>
        </p:sp>
      </p:grpSp>
      <p:sp>
        <p:nvSpPr>
          <p:cNvPr id="2" name="TextBox 1">
            <a:extLst>
              <a:ext uri="{FF2B5EF4-FFF2-40B4-BE49-F238E27FC236}">
                <a16:creationId xmlns:a16="http://schemas.microsoft.com/office/drawing/2014/main" id="{97D49572-ED52-DC70-DE17-C377661D85EC}"/>
              </a:ext>
            </a:extLst>
          </p:cNvPr>
          <p:cNvSpPr txBox="1"/>
          <p:nvPr/>
        </p:nvSpPr>
        <p:spPr>
          <a:xfrm>
            <a:off x="2354422" y="6227481"/>
            <a:ext cx="7203231" cy="461665"/>
          </a:xfrm>
          <a:prstGeom prst="rect">
            <a:avLst/>
          </a:prstGeom>
          <a:noFill/>
        </p:spPr>
        <p:txBody>
          <a:bodyPr wrap="square" rtlCol="0">
            <a:spAutoFit/>
          </a:bodyPr>
          <a:lstStyle/>
          <a:p>
            <a:pPr algn="ctr"/>
            <a:r>
              <a:rPr lang="en-US" sz="1200" dirty="0"/>
              <a:t>MUHAMMAD ZAKI BIN AB. MULUK</a:t>
            </a:r>
          </a:p>
          <a:p>
            <a:pPr algn="ctr"/>
            <a:r>
              <a:rPr lang="en-US" sz="1200" dirty="0"/>
              <a:t>ZARIYAH BINTI ABDULLAH</a:t>
            </a:r>
            <a:endParaRPr lang="en-MY" sz="1200" dirty="0"/>
          </a:p>
        </p:txBody>
      </p:sp>
    </p:spTree>
    <p:extLst>
      <p:ext uri="{BB962C8B-B14F-4D97-AF65-F5344CB8AC3E}">
        <p14:creationId xmlns:p14="http://schemas.microsoft.com/office/powerpoint/2010/main" val="37620065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735F7F3-C1B5-4B60-A00A-4EB618DDFB5A}"/>
              </a:ext>
            </a:extLst>
          </p:cNvPr>
          <p:cNvSpPr>
            <a:spLocks noGrp="1"/>
          </p:cNvSpPr>
          <p:nvPr>
            <p:ph type="body" sz="quarter" idx="10"/>
          </p:nvPr>
        </p:nvSpPr>
        <p:spPr/>
        <p:txBody>
          <a:bodyPr/>
          <a:lstStyle/>
          <a:p>
            <a:r>
              <a:rPr lang="en-US" dirty="0"/>
              <a:t>Introduction</a:t>
            </a:r>
          </a:p>
        </p:txBody>
      </p:sp>
      <p:grpSp>
        <p:nvGrpSpPr>
          <p:cNvPr id="3" name="Group 95">
            <a:extLst>
              <a:ext uri="{FF2B5EF4-FFF2-40B4-BE49-F238E27FC236}">
                <a16:creationId xmlns:a16="http://schemas.microsoft.com/office/drawing/2014/main" id="{441CE14F-6BEF-44BE-B73E-652727B15742}"/>
              </a:ext>
            </a:extLst>
          </p:cNvPr>
          <p:cNvGrpSpPr/>
          <p:nvPr/>
        </p:nvGrpSpPr>
        <p:grpSpPr>
          <a:xfrm>
            <a:off x="5719073" y="4826643"/>
            <a:ext cx="2134886" cy="1518227"/>
            <a:chOff x="2742732" y="3743607"/>
            <a:chExt cx="2669152" cy="2687690"/>
          </a:xfrm>
          <a:scene3d>
            <a:camera prst="isometricTopUp"/>
            <a:lightRig rig="balanced" dir="t">
              <a:rot lat="0" lon="0" rev="1200000"/>
            </a:lightRig>
          </a:scene3d>
        </p:grpSpPr>
        <p:sp>
          <p:nvSpPr>
            <p:cNvPr id="4" name="Graphic 173">
              <a:extLst>
                <a:ext uri="{FF2B5EF4-FFF2-40B4-BE49-F238E27FC236}">
                  <a16:creationId xmlns:a16="http://schemas.microsoft.com/office/drawing/2014/main" id="{74F32D21-C849-4318-8ED7-78E39F97E731}"/>
                </a:ext>
              </a:extLst>
            </p:cNvPr>
            <p:cNvSpPr/>
            <p:nvPr/>
          </p:nvSpPr>
          <p:spPr>
            <a:xfrm>
              <a:off x="2743028" y="3743607"/>
              <a:ext cx="1241291" cy="1645034"/>
            </a:xfrm>
            <a:custGeom>
              <a:avLst/>
              <a:gdLst>
                <a:gd name="connsiteX0" fmla="*/ 467 w 1241291"/>
                <a:gd name="connsiteY0" fmla="*/ 1212134 h 1645034"/>
                <a:gd name="connsiteX1" fmla="*/ 28631 w 1241291"/>
                <a:gd name="connsiteY1" fmla="*/ 1239686 h 1645034"/>
                <a:gd name="connsiteX2" fmla="*/ 380040 w 1241291"/>
                <a:gd name="connsiteY2" fmla="*/ 1241138 h 1645034"/>
                <a:gd name="connsiteX3" fmla="*/ 490897 w 1241291"/>
                <a:gd name="connsiteY3" fmla="*/ 1260474 h 1645034"/>
                <a:gd name="connsiteX4" fmla="*/ 502093 w 1241291"/>
                <a:gd name="connsiteY4" fmla="*/ 1348747 h 1645034"/>
                <a:gd name="connsiteX5" fmla="*/ 436022 w 1241291"/>
                <a:gd name="connsiteY5" fmla="*/ 1452381 h 1645034"/>
                <a:gd name="connsiteX6" fmla="*/ 489101 w 1241291"/>
                <a:gd name="connsiteY6" fmla="*/ 1614978 h 1645034"/>
                <a:gd name="connsiteX7" fmla="*/ 760377 w 1241291"/>
                <a:gd name="connsiteY7" fmla="*/ 1511688 h 1645034"/>
                <a:gd name="connsiteX8" fmla="*/ 735309 w 1241291"/>
                <a:gd name="connsiteY8" fmla="*/ 1415047 h 1645034"/>
                <a:gd name="connsiteX9" fmla="*/ 684485 w 1241291"/>
                <a:gd name="connsiteY9" fmla="*/ 1278816 h 1645034"/>
                <a:gd name="connsiteX10" fmla="*/ 773675 w 1241291"/>
                <a:gd name="connsiteY10" fmla="*/ 1239877 h 1645034"/>
                <a:gd name="connsiteX11" fmla="*/ 1201817 w 1241291"/>
                <a:gd name="connsiteY11" fmla="*/ 1240183 h 1645034"/>
                <a:gd name="connsiteX12" fmla="*/ 1240336 w 1241291"/>
                <a:gd name="connsiteY12" fmla="*/ 1198148 h 1645034"/>
                <a:gd name="connsiteX13" fmla="*/ 1240412 w 1241291"/>
                <a:gd name="connsiteY13" fmla="*/ 875781 h 1645034"/>
                <a:gd name="connsiteX14" fmla="*/ 1235139 w 1241291"/>
                <a:gd name="connsiteY14" fmla="*/ 802831 h 1645034"/>
                <a:gd name="connsiteX15" fmla="*/ 1175985 w 1241291"/>
                <a:gd name="connsiteY15" fmla="*/ 784183 h 1645034"/>
                <a:gd name="connsiteX16" fmla="*/ 1121645 w 1241291"/>
                <a:gd name="connsiteY16" fmla="*/ 822320 h 1645034"/>
                <a:gd name="connsiteX17" fmla="*/ 858509 w 1241291"/>
                <a:gd name="connsiteY17" fmla="*/ 774324 h 1645034"/>
                <a:gd name="connsiteX18" fmla="*/ 836383 w 1241291"/>
                <a:gd name="connsiteY18" fmla="*/ 629229 h 1645034"/>
                <a:gd name="connsiteX19" fmla="*/ 848917 w 1241291"/>
                <a:gd name="connsiteY19" fmla="*/ 584939 h 1645034"/>
                <a:gd name="connsiteX20" fmla="*/ 974066 w 1241291"/>
                <a:gd name="connsiteY20" fmla="*/ 481572 h 1645034"/>
                <a:gd name="connsiteX21" fmla="*/ 1101392 w 1241291"/>
                <a:gd name="connsiteY21" fmla="*/ 503239 h 1645034"/>
                <a:gd name="connsiteX22" fmla="*/ 1172584 w 1241291"/>
                <a:gd name="connsiteY22" fmla="*/ 556432 h 1645034"/>
                <a:gd name="connsiteX23" fmla="*/ 1241291 w 1241291"/>
                <a:gd name="connsiteY23" fmla="*/ 521964 h 1645034"/>
                <a:gd name="connsiteX24" fmla="*/ 1240259 w 1241291"/>
                <a:gd name="connsiteY24" fmla="*/ 22058 h 1645034"/>
                <a:gd name="connsiteX25" fmla="*/ 1220427 w 1241291"/>
                <a:gd name="connsiteY25" fmla="*/ 2683 h 1645034"/>
                <a:gd name="connsiteX26" fmla="*/ 15600 w 1241291"/>
                <a:gd name="connsiteY26" fmla="*/ 123 h 1645034"/>
                <a:gd name="connsiteX27" fmla="*/ 9 w 1241291"/>
                <a:gd name="connsiteY27" fmla="*/ 15676 h 1645034"/>
                <a:gd name="connsiteX28" fmla="*/ 467 w 1241291"/>
                <a:gd name="connsiteY28" fmla="*/ 1212134 h 1645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241291" h="1645034">
                  <a:moveTo>
                    <a:pt x="467" y="1212134"/>
                  </a:moveTo>
                  <a:cubicBezTo>
                    <a:pt x="467" y="1239648"/>
                    <a:pt x="544" y="1239571"/>
                    <a:pt x="28631" y="1239686"/>
                  </a:cubicBezTo>
                  <a:cubicBezTo>
                    <a:pt x="145754" y="1240068"/>
                    <a:pt x="262916" y="1240030"/>
                    <a:pt x="380040" y="1241138"/>
                  </a:cubicBezTo>
                  <a:cubicBezTo>
                    <a:pt x="416954" y="1241482"/>
                    <a:pt x="457689" y="1241788"/>
                    <a:pt x="490897" y="1260474"/>
                  </a:cubicBezTo>
                  <a:cubicBezTo>
                    <a:pt x="524524" y="1279428"/>
                    <a:pt x="517722" y="1318252"/>
                    <a:pt x="502093" y="1348747"/>
                  </a:cubicBezTo>
                  <a:cubicBezTo>
                    <a:pt x="483216" y="1385622"/>
                    <a:pt x="448900" y="1411951"/>
                    <a:pt x="436022" y="1452381"/>
                  </a:cubicBezTo>
                  <a:cubicBezTo>
                    <a:pt x="417833" y="1509624"/>
                    <a:pt x="438774" y="1581160"/>
                    <a:pt x="489101" y="1614978"/>
                  </a:cubicBezTo>
                  <a:cubicBezTo>
                    <a:pt x="586010" y="1680056"/>
                    <a:pt x="743296" y="1636684"/>
                    <a:pt x="760377" y="1511688"/>
                  </a:cubicBezTo>
                  <a:cubicBezTo>
                    <a:pt x="765077" y="1477449"/>
                    <a:pt x="756364" y="1442560"/>
                    <a:pt x="735309" y="1415047"/>
                  </a:cubicBezTo>
                  <a:cubicBezTo>
                    <a:pt x="709821" y="1381725"/>
                    <a:pt x="650055" y="1321577"/>
                    <a:pt x="684485" y="1278816"/>
                  </a:cubicBezTo>
                  <a:cubicBezTo>
                    <a:pt x="707910" y="1249774"/>
                    <a:pt x="741194" y="1239877"/>
                    <a:pt x="773675" y="1239877"/>
                  </a:cubicBezTo>
                  <a:cubicBezTo>
                    <a:pt x="859770" y="1239877"/>
                    <a:pt x="1192187" y="1240221"/>
                    <a:pt x="1201817" y="1240183"/>
                  </a:cubicBezTo>
                  <a:cubicBezTo>
                    <a:pt x="1239992" y="1237355"/>
                    <a:pt x="1240298" y="1237355"/>
                    <a:pt x="1240336" y="1198148"/>
                  </a:cubicBezTo>
                  <a:cubicBezTo>
                    <a:pt x="1240489" y="1090692"/>
                    <a:pt x="1240259" y="983236"/>
                    <a:pt x="1240412" y="875781"/>
                  </a:cubicBezTo>
                  <a:cubicBezTo>
                    <a:pt x="1240450" y="849948"/>
                    <a:pt x="1244348" y="826600"/>
                    <a:pt x="1235139" y="802831"/>
                  </a:cubicBezTo>
                  <a:cubicBezTo>
                    <a:pt x="1224974" y="776617"/>
                    <a:pt x="1201396" y="770885"/>
                    <a:pt x="1175985" y="784183"/>
                  </a:cubicBezTo>
                  <a:cubicBezTo>
                    <a:pt x="1156228" y="794539"/>
                    <a:pt x="1137198" y="806920"/>
                    <a:pt x="1121645" y="822320"/>
                  </a:cubicBezTo>
                  <a:cubicBezTo>
                    <a:pt x="1045219" y="897868"/>
                    <a:pt x="903677" y="861604"/>
                    <a:pt x="858509" y="774324"/>
                  </a:cubicBezTo>
                  <a:cubicBezTo>
                    <a:pt x="833899" y="726711"/>
                    <a:pt x="828855" y="679861"/>
                    <a:pt x="836383" y="629229"/>
                  </a:cubicBezTo>
                  <a:cubicBezTo>
                    <a:pt x="837988" y="613752"/>
                    <a:pt x="843720" y="599422"/>
                    <a:pt x="848917" y="584939"/>
                  </a:cubicBezTo>
                  <a:cubicBezTo>
                    <a:pt x="872380" y="528422"/>
                    <a:pt x="916287" y="494909"/>
                    <a:pt x="974066" y="481572"/>
                  </a:cubicBezTo>
                  <a:cubicBezTo>
                    <a:pt x="1018240" y="471408"/>
                    <a:pt x="1062568" y="476108"/>
                    <a:pt x="1101392" y="503239"/>
                  </a:cubicBezTo>
                  <a:cubicBezTo>
                    <a:pt x="1125658" y="520206"/>
                    <a:pt x="1148891" y="538625"/>
                    <a:pt x="1172584" y="556432"/>
                  </a:cubicBezTo>
                  <a:cubicBezTo>
                    <a:pt x="1202657" y="580239"/>
                    <a:pt x="1241291" y="546802"/>
                    <a:pt x="1241291" y="521964"/>
                  </a:cubicBezTo>
                  <a:cubicBezTo>
                    <a:pt x="1241291" y="452225"/>
                    <a:pt x="1240489" y="42425"/>
                    <a:pt x="1240259" y="22058"/>
                  </a:cubicBezTo>
                  <a:cubicBezTo>
                    <a:pt x="1240145" y="8798"/>
                    <a:pt x="1234336" y="2722"/>
                    <a:pt x="1220427" y="2683"/>
                  </a:cubicBezTo>
                  <a:cubicBezTo>
                    <a:pt x="1192378" y="2683"/>
                    <a:pt x="21255" y="620"/>
                    <a:pt x="15600" y="123"/>
                  </a:cubicBezTo>
                  <a:cubicBezTo>
                    <a:pt x="3983" y="-870"/>
                    <a:pt x="-220" y="4135"/>
                    <a:pt x="9" y="15676"/>
                  </a:cubicBezTo>
                  <a:cubicBezTo>
                    <a:pt x="467" y="37916"/>
                    <a:pt x="467" y="844446"/>
                    <a:pt x="467" y="1212134"/>
                  </a:cubicBezTo>
                  <a:close/>
                </a:path>
              </a:pathLst>
            </a:custGeom>
            <a:solidFill>
              <a:schemeClr val="accent2"/>
            </a:solidFill>
            <a:ln w="3812" cap="flat">
              <a:noFill/>
              <a:prstDash val="solid"/>
              <a:miter/>
            </a:ln>
            <a:sp3d extrusionH="298450" prstMaterial="metal"/>
          </p:spPr>
          <p:txBody>
            <a:bodyPr rtlCol="0" anchor="ctr"/>
            <a:lstStyle/>
            <a:p>
              <a:endParaRPr lang="en-US" dirty="0"/>
            </a:p>
          </p:txBody>
        </p:sp>
        <p:sp>
          <p:nvSpPr>
            <p:cNvPr id="5" name="Graphic 173">
              <a:extLst>
                <a:ext uri="{FF2B5EF4-FFF2-40B4-BE49-F238E27FC236}">
                  <a16:creationId xmlns:a16="http://schemas.microsoft.com/office/drawing/2014/main" id="{BF863C05-C5EE-43B5-A0CB-2B5A87054912}"/>
                </a:ext>
              </a:extLst>
            </p:cNvPr>
            <p:cNvSpPr/>
            <p:nvPr/>
          </p:nvSpPr>
          <p:spPr>
            <a:xfrm rot="20242093">
              <a:off x="3798681" y="4656538"/>
              <a:ext cx="1613203" cy="1774759"/>
            </a:xfrm>
            <a:custGeom>
              <a:avLst/>
              <a:gdLst>
                <a:gd name="connsiteX0" fmla="*/ 1603222 w 1613203"/>
                <a:gd name="connsiteY0" fmla="*/ 631413 h 1774759"/>
                <a:gd name="connsiteX1" fmla="*/ 1184137 w 1613203"/>
                <a:gd name="connsiteY1" fmla="*/ 457771 h 1774759"/>
                <a:gd name="connsiteX2" fmla="*/ 1101252 w 1613203"/>
                <a:gd name="connsiteY2" fmla="*/ 382262 h 1774759"/>
                <a:gd name="connsiteX3" fmla="*/ 1125403 w 1613203"/>
                <a:gd name="connsiteY3" fmla="*/ 333846 h 1774759"/>
                <a:gd name="connsiteX4" fmla="*/ 1193231 w 1613203"/>
                <a:gd name="connsiteY4" fmla="*/ 287951 h 1774759"/>
                <a:gd name="connsiteX5" fmla="*/ 1193231 w 1613203"/>
                <a:gd name="connsiteY5" fmla="*/ 287951 h 1774759"/>
                <a:gd name="connsiteX6" fmla="*/ 1193231 w 1613203"/>
                <a:gd name="connsiteY6" fmla="*/ 287951 h 1774759"/>
                <a:gd name="connsiteX7" fmla="*/ 1267098 w 1613203"/>
                <a:gd name="connsiteY7" fmla="*/ 195590 h 1774759"/>
                <a:gd name="connsiteX8" fmla="*/ 1266639 w 1613203"/>
                <a:gd name="connsiteY8" fmla="*/ 120119 h 1774759"/>
                <a:gd name="connsiteX9" fmla="*/ 1217955 w 1613203"/>
                <a:gd name="connsiteY9" fmla="*/ 49577 h 1774759"/>
                <a:gd name="connsiteX10" fmla="*/ 1135224 w 1613203"/>
                <a:gd name="connsiteY10" fmla="*/ 5785 h 1774759"/>
                <a:gd name="connsiteX11" fmla="*/ 1043244 w 1613203"/>
                <a:gd name="connsiteY11" fmla="*/ 7504 h 1774759"/>
                <a:gd name="connsiteX12" fmla="*/ 946030 w 1613203"/>
                <a:gd name="connsiteY12" fmla="*/ 104031 h 1774759"/>
                <a:gd name="connsiteX13" fmla="*/ 953902 w 1613203"/>
                <a:gd name="connsiteY13" fmla="*/ 207245 h 1774759"/>
                <a:gd name="connsiteX14" fmla="*/ 963187 w 1613203"/>
                <a:gd name="connsiteY14" fmla="*/ 292652 h 1774759"/>
                <a:gd name="connsiteX15" fmla="*/ 919892 w 1613203"/>
                <a:gd name="connsiteY15" fmla="*/ 328763 h 1774759"/>
                <a:gd name="connsiteX16" fmla="*/ 864559 w 1613203"/>
                <a:gd name="connsiteY16" fmla="*/ 323375 h 1774759"/>
                <a:gd name="connsiteX17" fmla="*/ 487967 w 1613203"/>
                <a:gd name="connsiteY17" fmla="*/ 177248 h 1774759"/>
                <a:gd name="connsiteX18" fmla="*/ 454989 w 1613203"/>
                <a:gd name="connsiteY18" fmla="*/ 191883 h 1774759"/>
                <a:gd name="connsiteX19" fmla="*/ 292582 w 1613203"/>
                <a:gd name="connsiteY19" fmla="*/ 595033 h 1774759"/>
                <a:gd name="connsiteX20" fmla="*/ 277641 w 1613203"/>
                <a:gd name="connsiteY20" fmla="*/ 653805 h 1774759"/>
                <a:gd name="connsiteX21" fmla="*/ 321548 w 1613203"/>
                <a:gd name="connsiteY21" fmla="*/ 692286 h 1774759"/>
                <a:gd name="connsiteX22" fmla="*/ 438137 w 1613203"/>
                <a:gd name="connsiteY22" fmla="*/ 667753 h 1774759"/>
                <a:gd name="connsiteX23" fmla="*/ 558814 w 1613203"/>
                <a:gd name="connsiteY23" fmla="*/ 717851 h 1774759"/>
                <a:gd name="connsiteX24" fmla="*/ 600658 w 1613203"/>
                <a:gd name="connsiteY24" fmla="*/ 914000 h 1774759"/>
                <a:gd name="connsiteX25" fmla="*/ 523773 w 1613203"/>
                <a:gd name="connsiteY25" fmla="*/ 1017864 h 1774759"/>
                <a:gd name="connsiteX26" fmla="*/ 523773 w 1613203"/>
                <a:gd name="connsiteY26" fmla="*/ 1017864 h 1774759"/>
                <a:gd name="connsiteX27" fmla="*/ 384524 w 1613203"/>
                <a:gd name="connsiteY27" fmla="*/ 1044078 h 1774759"/>
                <a:gd name="connsiteX28" fmla="*/ 270763 w 1613203"/>
                <a:gd name="connsiteY28" fmla="*/ 959779 h 1774759"/>
                <a:gd name="connsiteX29" fmla="*/ 240612 w 1613203"/>
                <a:gd name="connsiteY29" fmla="*/ 896192 h 1774759"/>
                <a:gd name="connsiteX30" fmla="*/ 180426 w 1613203"/>
                <a:gd name="connsiteY30" fmla="*/ 901619 h 1774759"/>
                <a:gd name="connsiteX31" fmla="*/ 1588 w 1613203"/>
                <a:gd name="connsiteY31" fmla="*/ 1301750 h 1774759"/>
                <a:gd name="connsiteX32" fmla="*/ 10759 w 1613203"/>
                <a:gd name="connsiteY32" fmla="*/ 1321162 h 1774759"/>
                <a:gd name="connsiteX33" fmla="*/ 1113022 w 1613203"/>
                <a:gd name="connsiteY33" fmla="*/ 1771162 h 1774759"/>
                <a:gd name="connsiteX34" fmla="*/ 1157617 w 1613203"/>
                <a:gd name="connsiteY34" fmla="*/ 1753164 h 1774759"/>
                <a:gd name="connsiteX35" fmla="*/ 1610291 w 1613203"/>
                <a:gd name="connsiteY35" fmla="*/ 654761 h 1774759"/>
                <a:gd name="connsiteX36" fmla="*/ 1603222 w 1613203"/>
                <a:gd name="connsiteY36" fmla="*/ 631413 h 1774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613203" h="1774759">
                  <a:moveTo>
                    <a:pt x="1603222" y="631413"/>
                  </a:moveTo>
                  <a:cubicBezTo>
                    <a:pt x="1582281" y="625642"/>
                    <a:pt x="1237597" y="483221"/>
                    <a:pt x="1184137" y="457771"/>
                  </a:cubicBezTo>
                  <a:cubicBezTo>
                    <a:pt x="1149019" y="441034"/>
                    <a:pt x="1115162" y="422615"/>
                    <a:pt x="1101252" y="382262"/>
                  </a:cubicBezTo>
                  <a:cubicBezTo>
                    <a:pt x="1099074" y="361741"/>
                    <a:pt x="1113175" y="346532"/>
                    <a:pt x="1125403" y="333846"/>
                  </a:cubicBezTo>
                  <a:cubicBezTo>
                    <a:pt x="1144624" y="313822"/>
                    <a:pt x="1168393" y="299950"/>
                    <a:pt x="1193231" y="287951"/>
                  </a:cubicBezTo>
                  <a:cubicBezTo>
                    <a:pt x="1193231" y="287951"/>
                    <a:pt x="1193231" y="287951"/>
                    <a:pt x="1193231" y="287951"/>
                  </a:cubicBezTo>
                  <a:cubicBezTo>
                    <a:pt x="1193231" y="287951"/>
                    <a:pt x="1193231" y="287951"/>
                    <a:pt x="1193231" y="287951"/>
                  </a:cubicBezTo>
                  <a:cubicBezTo>
                    <a:pt x="1234043" y="270106"/>
                    <a:pt x="1257009" y="236516"/>
                    <a:pt x="1267098" y="195590"/>
                  </a:cubicBezTo>
                  <a:cubicBezTo>
                    <a:pt x="1273021" y="171477"/>
                    <a:pt x="1272983" y="144461"/>
                    <a:pt x="1266639" y="120119"/>
                  </a:cubicBezTo>
                  <a:cubicBezTo>
                    <a:pt x="1259226" y="91650"/>
                    <a:pt x="1239431" y="70289"/>
                    <a:pt x="1217955" y="49577"/>
                  </a:cubicBezTo>
                  <a:cubicBezTo>
                    <a:pt x="1193958" y="26458"/>
                    <a:pt x="1165603" y="13695"/>
                    <a:pt x="1135224" y="5785"/>
                  </a:cubicBezTo>
                  <a:cubicBezTo>
                    <a:pt x="1105150" y="-2011"/>
                    <a:pt x="1073815" y="-2393"/>
                    <a:pt x="1043244" y="7504"/>
                  </a:cubicBezTo>
                  <a:cubicBezTo>
                    <a:pt x="994408" y="23286"/>
                    <a:pt x="965366" y="58710"/>
                    <a:pt x="946030" y="104031"/>
                  </a:cubicBezTo>
                  <a:cubicBezTo>
                    <a:pt x="937737" y="139302"/>
                    <a:pt x="942208" y="172777"/>
                    <a:pt x="953902" y="207245"/>
                  </a:cubicBezTo>
                  <a:cubicBezTo>
                    <a:pt x="963035" y="234147"/>
                    <a:pt x="971212" y="263036"/>
                    <a:pt x="963187" y="292652"/>
                  </a:cubicBezTo>
                  <a:cubicBezTo>
                    <a:pt x="956615" y="316841"/>
                    <a:pt x="919892" y="328763"/>
                    <a:pt x="919892" y="328763"/>
                  </a:cubicBezTo>
                  <a:cubicBezTo>
                    <a:pt x="896467" y="331667"/>
                    <a:pt x="875373" y="325171"/>
                    <a:pt x="864559" y="323375"/>
                  </a:cubicBezTo>
                  <a:cubicBezTo>
                    <a:pt x="830549" y="317720"/>
                    <a:pt x="579717" y="219091"/>
                    <a:pt x="487967" y="177248"/>
                  </a:cubicBezTo>
                  <a:cubicBezTo>
                    <a:pt x="467179" y="167771"/>
                    <a:pt x="462899" y="170178"/>
                    <a:pt x="454989" y="191883"/>
                  </a:cubicBezTo>
                  <a:cubicBezTo>
                    <a:pt x="446429" y="215384"/>
                    <a:pt x="307142" y="566526"/>
                    <a:pt x="292582" y="595033"/>
                  </a:cubicBezTo>
                  <a:cubicBezTo>
                    <a:pt x="279781" y="620140"/>
                    <a:pt x="279361" y="635616"/>
                    <a:pt x="277641" y="653805"/>
                  </a:cubicBezTo>
                  <a:cubicBezTo>
                    <a:pt x="275004" y="682236"/>
                    <a:pt x="299843" y="696490"/>
                    <a:pt x="321548" y="692286"/>
                  </a:cubicBezTo>
                  <a:cubicBezTo>
                    <a:pt x="360640" y="684758"/>
                    <a:pt x="398204" y="668212"/>
                    <a:pt x="438137" y="667753"/>
                  </a:cubicBezTo>
                  <a:cubicBezTo>
                    <a:pt x="484566" y="667218"/>
                    <a:pt x="524996" y="684032"/>
                    <a:pt x="558814" y="717851"/>
                  </a:cubicBezTo>
                  <a:cubicBezTo>
                    <a:pt x="615676" y="774674"/>
                    <a:pt x="623013" y="842617"/>
                    <a:pt x="600658" y="914000"/>
                  </a:cubicBezTo>
                  <a:cubicBezTo>
                    <a:pt x="587627" y="955614"/>
                    <a:pt x="565540" y="995203"/>
                    <a:pt x="523773" y="1017864"/>
                  </a:cubicBezTo>
                  <a:cubicBezTo>
                    <a:pt x="523773" y="1017864"/>
                    <a:pt x="523773" y="1017864"/>
                    <a:pt x="523773" y="1017864"/>
                  </a:cubicBezTo>
                  <a:cubicBezTo>
                    <a:pt x="482197" y="1051950"/>
                    <a:pt x="433131" y="1052791"/>
                    <a:pt x="384524" y="1044078"/>
                  </a:cubicBezTo>
                  <a:cubicBezTo>
                    <a:pt x="334082" y="1035059"/>
                    <a:pt x="292659" y="1009075"/>
                    <a:pt x="270763" y="959779"/>
                  </a:cubicBezTo>
                  <a:cubicBezTo>
                    <a:pt x="260865" y="937539"/>
                    <a:pt x="253796" y="916140"/>
                    <a:pt x="240612" y="896192"/>
                  </a:cubicBezTo>
                  <a:cubicBezTo>
                    <a:pt x="227887" y="876971"/>
                    <a:pt x="192616" y="881901"/>
                    <a:pt x="180426" y="901619"/>
                  </a:cubicBezTo>
                  <a:cubicBezTo>
                    <a:pt x="166937" y="923477"/>
                    <a:pt x="22949" y="1251232"/>
                    <a:pt x="1588" y="1301750"/>
                  </a:cubicBezTo>
                  <a:cubicBezTo>
                    <a:pt x="-2921" y="1312450"/>
                    <a:pt x="2811" y="1317761"/>
                    <a:pt x="10759" y="1321162"/>
                  </a:cubicBezTo>
                  <a:cubicBezTo>
                    <a:pt x="59519" y="1341874"/>
                    <a:pt x="1108512" y="1768946"/>
                    <a:pt x="1113022" y="1771162"/>
                  </a:cubicBezTo>
                  <a:cubicBezTo>
                    <a:pt x="1140497" y="1784651"/>
                    <a:pt x="1156356" y="1756068"/>
                    <a:pt x="1157617" y="1753164"/>
                  </a:cubicBezTo>
                  <a:cubicBezTo>
                    <a:pt x="1173208" y="1717549"/>
                    <a:pt x="1594509" y="689229"/>
                    <a:pt x="1610291" y="654761"/>
                  </a:cubicBezTo>
                  <a:cubicBezTo>
                    <a:pt x="1614915" y="644634"/>
                    <a:pt x="1615030" y="634661"/>
                    <a:pt x="1603222" y="631413"/>
                  </a:cubicBezTo>
                  <a:close/>
                </a:path>
              </a:pathLst>
            </a:custGeom>
            <a:solidFill>
              <a:schemeClr val="accent4"/>
            </a:solidFill>
            <a:ln w="3812" cap="flat">
              <a:noFill/>
              <a:prstDash val="solid"/>
              <a:miter/>
            </a:ln>
            <a:sp3d extrusionH="298450" prstMaterial="metal"/>
          </p:spPr>
          <p:txBody>
            <a:bodyPr rtlCol="0" anchor="ctr"/>
            <a:lstStyle/>
            <a:p>
              <a:endParaRPr lang="en-US"/>
            </a:p>
          </p:txBody>
        </p:sp>
        <p:sp>
          <p:nvSpPr>
            <p:cNvPr id="6" name="Graphic 173">
              <a:extLst>
                <a:ext uri="{FF2B5EF4-FFF2-40B4-BE49-F238E27FC236}">
                  <a16:creationId xmlns:a16="http://schemas.microsoft.com/office/drawing/2014/main" id="{86CA1B7D-5518-42B6-B6B3-8EBD25E8F4FF}"/>
                </a:ext>
              </a:extLst>
            </p:cNvPr>
            <p:cNvSpPr/>
            <p:nvPr/>
          </p:nvSpPr>
          <p:spPr>
            <a:xfrm>
              <a:off x="3602708" y="3746137"/>
              <a:ext cx="1648963" cy="1239216"/>
            </a:xfrm>
            <a:custGeom>
              <a:avLst/>
              <a:gdLst>
                <a:gd name="connsiteX0" fmla="*/ 405188 w 1648963"/>
                <a:gd name="connsiteY0" fmla="*/ 499066 h 1239216"/>
                <a:gd name="connsiteX1" fmla="*/ 381535 w 1648963"/>
                <a:gd name="connsiteY1" fmla="*/ 574881 h 1239216"/>
                <a:gd name="connsiteX2" fmla="*/ 305528 w 1648963"/>
                <a:gd name="connsiteY2" fmla="*/ 578282 h 1239216"/>
                <a:gd name="connsiteX3" fmla="*/ 241597 w 1648963"/>
                <a:gd name="connsiteY3" fmla="*/ 534757 h 1239216"/>
                <a:gd name="connsiteX4" fmla="*/ 74949 w 1648963"/>
                <a:gd name="connsiteY4" fmla="*/ 523446 h 1239216"/>
                <a:gd name="connsiteX5" fmla="*/ 30545 w 1648963"/>
                <a:gd name="connsiteY5" fmla="*/ 563723 h 1239216"/>
                <a:gd name="connsiteX6" fmla="*/ 10254 w 1648963"/>
                <a:gd name="connsiteY6" fmla="*/ 603388 h 1239216"/>
                <a:gd name="connsiteX7" fmla="*/ 9719 w 1648963"/>
                <a:gd name="connsiteY7" fmla="*/ 730562 h 1239216"/>
                <a:gd name="connsiteX8" fmla="*/ 147707 w 1648963"/>
                <a:gd name="connsiteY8" fmla="*/ 830834 h 1239216"/>
                <a:gd name="connsiteX9" fmla="*/ 251648 w 1648963"/>
                <a:gd name="connsiteY9" fmla="*/ 793270 h 1239216"/>
                <a:gd name="connsiteX10" fmla="*/ 311604 w 1648963"/>
                <a:gd name="connsiteY10" fmla="*/ 753108 h 1239216"/>
                <a:gd name="connsiteX11" fmla="*/ 387763 w 1648963"/>
                <a:gd name="connsiteY11" fmla="*/ 765986 h 1239216"/>
                <a:gd name="connsiteX12" fmla="*/ 407176 w 1648963"/>
                <a:gd name="connsiteY12" fmla="*/ 872792 h 1239216"/>
                <a:gd name="connsiteX13" fmla="*/ 408666 w 1648963"/>
                <a:gd name="connsiteY13" fmla="*/ 1212546 h 1239216"/>
                <a:gd name="connsiteX14" fmla="*/ 431517 w 1648963"/>
                <a:gd name="connsiteY14" fmla="*/ 1236009 h 1239216"/>
                <a:gd name="connsiteX15" fmla="*/ 802072 w 1648963"/>
                <a:gd name="connsiteY15" fmla="*/ 1235016 h 1239216"/>
                <a:gd name="connsiteX16" fmla="*/ 888587 w 1648963"/>
                <a:gd name="connsiteY16" fmla="*/ 1222864 h 1239216"/>
                <a:gd name="connsiteX17" fmla="*/ 894089 w 1648963"/>
                <a:gd name="connsiteY17" fmla="*/ 1165314 h 1239216"/>
                <a:gd name="connsiteX18" fmla="*/ 836693 w 1648963"/>
                <a:gd name="connsiteY18" fmla="*/ 1109982 h 1239216"/>
                <a:gd name="connsiteX19" fmla="*/ 892293 w 1648963"/>
                <a:gd name="connsiteY19" fmla="*/ 854640 h 1239216"/>
                <a:gd name="connsiteX20" fmla="*/ 1126311 w 1648963"/>
                <a:gd name="connsiteY20" fmla="*/ 872945 h 1239216"/>
                <a:gd name="connsiteX21" fmla="*/ 1146603 w 1648963"/>
                <a:gd name="connsiteY21" fmla="*/ 1119955 h 1239216"/>
                <a:gd name="connsiteX22" fmla="*/ 1099486 w 1648963"/>
                <a:gd name="connsiteY22" fmla="*/ 1172002 h 1239216"/>
                <a:gd name="connsiteX23" fmla="*/ 1117637 w 1648963"/>
                <a:gd name="connsiteY23" fmla="*/ 1230277 h 1239216"/>
                <a:gd name="connsiteX24" fmla="*/ 1208394 w 1648963"/>
                <a:gd name="connsiteY24" fmla="*/ 1237270 h 1239216"/>
                <a:gd name="connsiteX25" fmla="*/ 1631415 w 1648963"/>
                <a:gd name="connsiteY25" fmla="*/ 1235818 h 1239216"/>
                <a:gd name="connsiteX26" fmla="*/ 1647273 w 1648963"/>
                <a:gd name="connsiteY26" fmla="*/ 1220647 h 1239216"/>
                <a:gd name="connsiteX27" fmla="*/ 1647617 w 1648963"/>
                <a:gd name="connsiteY27" fmla="*/ 20215 h 1239216"/>
                <a:gd name="connsiteX28" fmla="*/ 1627097 w 1648963"/>
                <a:gd name="connsiteY28" fmla="*/ 38 h 1239216"/>
                <a:gd name="connsiteX29" fmla="*/ 431403 w 1648963"/>
                <a:gd name="connsiteY29" fmla="*/ 0 h 1239216"/>
                <a:gd name="connsiteX30" fmla="*/ 408590 w 1648963"/>
                <a:gd name="connsiteY30" fmla="*/ 23578 h 1239216"/>
                <a:gd name="connsiteX31" fmla="*/ 405188 w 1648963"/>
                <a:gd name="connsiteY31" fmla="*/ 499066 h 1239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648963" h="1239216">
                  <a:moveTo>
                    <a:pt x="405188" y="499066"/>
                  </a:moveTo>
                  <a:cubicBezTo>
                    <a:pt x="404692" y="531509"/>
                    <a:pt x="401979" y="547176"/>
                    <a:pt x="381535" y="574881"/>
                  </a:cubicBezTo>
                  <a:cubicBezTo>
                    <a:pt x="370797" y="589440"/>
                    <a:pt x="335258" y="594943"/>
                    <a:pt x="305528" y="578282"/>
                  </a:cubicBezTo>
                  <a:cubicBezTo>
                    <a:pt x="282142" y="566818"/>
                    <a:pt x="261010" y="551762"/>
                    <a:pt x="241597" y="534757"/>
                  </a:cubicBezTo>
                  <a:cubicBezTo>
                    <a:pt x="194060" y="493028"/>
                    <a:pt x="126002" y="494862"/>
                    <a:pt x="74949" y="523446"/>
                  </a:cubicBezTo>
                  <a:cubicBezTo>
                    <a:pt x="57180" y="533381"/>
                    <a:pt x="42392" y="547023"/>
                    <a:pt x="30545" y="563723"/>
                  </a:cubicBezTo>
                  <a:cubicBezTo>
                    <a:pt x="23858" y="576983"/>
                    <a:pt x="14458" y="588867"/>
                    <a:pt x="10254" y="603388"/>
                  </a:cubicBezTo>
                  <a:cubicBezTo>
                    <a:pt x="-2165" y="645728"/>
                    <a:pt x="-4420" y="688222"/>
                    <a:pt x="9719" y="730562"/>
                  </a:cubicBezTo>
                  <a:cubicBezTo>
                    <a:pt x="27297" y="783258"/>
                    <a:pt x="82859" y="832973"/>
                    <a:pt x="147707" y="830834"/>
                  </a:cubicBezTo>
                  <a:cubicBezTo>
                    <a:pt x="188443" y="829496"/>
                    <a:pt x="221268" y="819446"/>
                    <a:pt x="251648" y="793270"/>
                  </a:cubicBezTo>
                  <a:cubicBezTo>
                    <a:pt x="269722" y="777679"/>
                    <a:pt x="289746" y="763731"/>
                    <a:pt x="311604" y="753108"/>
                  </a:cubicBezTo>
                  <a:cubicBezTo>
                    <a:pt x="341143" y="738739"/>
                    <a:pt x="370300" y="738128"/>
                    <a:pt x="387763" y="765986"/>
                  </a:cubicBezTo>
                  <a:cubicBezTo>
                    <a:pt x="406908" y="796556"/>
                    <a:pt x="406488" y="838362"/>
                    <a:pt x="407176" y="872792"/>
                  </a:cubicBezTo>
                  <a:cubicBezTo>
                    <a:pt x="409430" y="986018"/>
                    <a:pt x="409086" y="1099282"/>
                    <a:pt x="408666" y="1212546"/>
                  </a:cubicBezTo>
                  <a:cubicBezTo>
                    <a:pt x="408590" y="1230506"/>
                    <a:pt x="412755" y="1236162"/>
                    <a:pt x="431517" y="1236009"/>
                  </a:cubicBezTo>
                  <a:cubicBezTo>
                    <a:pt x="555023" y="1235130"/>
                    <a:pt x="678566" y="1238340"/>
                    <a:pt x="802072" y="1235016"/>
                  </a:cubicBezTo>
                  <a:cubicBezTo>
                    <a:pt x="842349" y="1234328"/>
                    <a:pt x="866920" y="1232570"/>
                    <a:pt x="888587" y="1222864"/>
                  </a:cubicBezTo>
                  <a:cubicBezTo>
                    <a:pt x="909031" y="1213731"/>
                    <a:pt x="905744" y="1184039"/>
                    <a:pt x="894089" y="1165314"/>
                  </a:cubicBezTo>
                  <a:cubicBezTo>
                    <a:pt x="879721" y="1142272"/>
                    <a:pt x="853851" y="1131152"/>
                    <a:pt x="836693" y="1109982"/>
                  </a:cubicBezTo>
                  <a:cubicBezTo>
                    <a:pt x="771960" y="1030154"/>
                    <a:pt x="805052" y="903362"/>
                    <a:pt x="892293" y="854640"/>
                  </a:cubicBezTo>
                  <a:cubicBezTo>
                    <a:pt x="965243" y="813905"/>
                    <a:pt x="1060776" y="819446"/>
                    <a:pt x="1126311" y="872945"/>
                  </a:cubicBezTo>
                  <a:cubicBezTo>
                    <a:pt x="1196433" y="930188"/>
                    <a:pt x="1216457" y="1048611"/>
                    <a:pt x="1146603" y="1119955"/>
                  </a:cubicBezTo>
                  <a:cubicBezTo>
                    <a:pt x="1130057" y="1136846"/>
                    <a:pt x="1110797" y="1151558"/>
                    <a:pt x="1099486" y="1172002"/>
                  </a:cubicBezTo>
                  <a:cubicBezTo>
                    <a:pt x="1087525" y="1193592"/>
                    <a:pt x="1093754" y="1222443"/>
                    <a:pt x="1117637" y="1230277"/>
                  </a:cubicBezTo>
                  <a:cubicBezTo>
                    <a:pt x="1146756" y="1239792"/>
                    <a:pt x="1165901" y="1235398"/>
                    <a:pt x="1208394" y="1237270"/>
                  </a:cubicBezTo>
                  <a:cubicBezTo>
                    <a:pt x="1325403" y="1242467"/>
                    <a:pt x="1614907" y="1235589"/>
                    <a:pt x="1631415" y="1235818"/>
                  </a:cubicBezTo>
                  <a:cubicBezTo>
                    <a:pt x="1642649" y="1235971"/>
                    <a:pt x="1647350" y="1232341"/>
                    <a:pt x="1647273" y="1220647"/>
                  </a:cubicBezTo>
                  <a:cubicBezTo>
                    <a:pt x="1647120" y="1200929"/>
                    <a:pt x="1650904" y="170966"/>
                    <a:pt x="1647617" y="20215"/>
                  </a:cubicBezTo>
                  <a:cubicBezTo>
                    <a:pt x="1647273" y="4815"/>
                    <a:pt x="1643070" y="38"/>
                    <a:pt x="1627097" y="38"/>
                  </a:cubicBezTo>
                  <a:cubicBezTo>
                    <a:pt x="1360941" y="38"/>
                    <a:pt x="563812" y="382"/>
                    <a:pt x="431403" y="0"/>
                  </a:cubicBezTo>
                  <a:cubicBezTo>
                    <a:pt x="412334" y="-38"/>
                    <a:pt x="407405" y="5770"/>
                    <a:pt x="408590" y="23578"/>
                  </a:cubicBezTo>
                  <a:cubicBezTo>
                    <a:pt x="409889" y="42532"/>
                    <a:pt x="407137" y="366924"/>
                    <a:pt x="405188" y="499066"/>
                  </a:cubicBezTo>
                  <a:close/>
                </a:path>
              </a:pathLst>
            </a:custGeom>
            <a:solidFill>
              <a:schemeClr val="accent3"/>
            </a:solidFill>
            <a:ln w="3812" cap="flat">
              <a:noFill/>
              <a:prstDash val="solid"/>
              <a:miter/>
            </a:ln>
            <a:sp3d extrusionH="298450" prstMaterial="metal"/>
          </p:spPr>
          <p:txBody>
            <a:bodyPr rtlCol="0" anchor="ctr"/>
            <a:lstStyle/>
            <a:p>
              <a:endParaRPr lang="en-US"/>
            </a:p>
          </p:txBody>
        </p:sp>
        <p:sp>
          <p:nvSpPr>
            <p:cNvPr id="7" name="Graphic 173">
              <a:extLst>
                <a:ext uri="{FF2B5EF4-FFF2-40B4-BE49-F238E27FC236}">
                  <a16:creationId xmlns:a16="http://schemas.microsoft.com/office/drawing/2014/main" id="{507EE11C-DB08-4DAE-94FE-B9B2FE190515}"/>
                </a:ext>
              </a:extLst>
            </p:cNvPr>
            <p:cNvSpPr/>
            <p:nvPr/>
          </p:nvSpPr>
          <p:spPr>
            <a:xfrm>
              <a:off x="2742732" y="5009729"/>
              <a:ext cx="1649438" cy="1237048"/>
            </a:xfrm>
            <a:custGeom>
              <a:avLst/>
              <a:gdLst>
                <a:gd name="connsiteX0" fmla="*/ 1287062 w 1649438"/>
                <a:gd name="connsiteY0" fmla="*/ 736301 h 1237048"/>
                <a:gd name="connsiteX1" fmla="*/ 1326574 w 1649438"/>
                <a:gd name="connsiteY1" fmla="*/ 733932 h 1237048"/>
                <a:gd name="connsiteX2" fmla="*/ 1406440 w 1649438"/>
                <a:gd name="connsiteY2" fmla="*/ 784488 h 1237048"/>
                <a:gd name="connsiteX3" fmla="*/ 1544390 w 1649438"/>
                <a:gd name="connsiteY3" fmla="*/ 807264 h 1237048"/>
                <a:gd name="connsiteX4" fmla="*/ 1630294 w 1649438"/>
                <a:gd name="connsiteY4" fmla="*/ 734773 h 1237048"/>
                <a:gd name="connsiteX5" fmla="*/ 1621161 w 1649438"/>
                <a:gd name="connsiteY5" fmla="*/ 553871 h 1237048"/>
                <a:gd name="connsiteX6" fmla="*/ 1404224 w 1649438"/>
                <a:gd name="connsiteY6" fmla="*/ 519976 h 1237048"/>
                <a:gd name="connsiteX7" fmla="*/ 1330281 w 1649438"/>
                <a:gd name="connsiteY7" fmla="*/ 569768 h 1237048"/>
                <a:gd name="connsiteX8" fmla="*/ 1261191 w 1649438"/>
                <a:gd name="connsiteY8" fmla="*/ 548483 h 1237048"/>
                <a:gd name="connsiteX9" fmla="*/ 1241550 w 1649438"/>
                <a:gd name="connsiteY9" fmla="*/ 455396 h 1237048"/>
                <a:gd name="connsiteX10" fmla="*/ 1240594 w 1649438"/>
                <a:gd name="connsiteY10" fmla="*/ 41011 h 1237048"/>
                <a:gd name="connsiteX11" fmla="*/ 1218240 w 1649438"/>
                <a:gd name="connsiteY11" fmla="*/ 619 h 1237048"/>
                <a:gd name="connsiteX12" fmla="*/ 815089 w 1649438"/>
                <a:gd name="connsiteY12" fmla="*/ 581 h 1237048"/>
                <a:gd name="connsiteX13" fmla="*/ 737708 w 1649438"/>
                <a:gd name="connsiteY13" fmla="*/ 4364 h 1237048"/>
                <a:gd name="connsiteX14" fmla="*/ 703812 w 1649438"/>
                <a:gd name="connsiteY14" fmla="*/ 54767 h 1237048"/>
                <a:gd name="connsiteX15" fmla="*/ 778023 w 1649438"/>
                <a:gd name="connsiteY15" fmla="*/ 171012 h 1237048"/>
                <a:gd name="connsiteX16" fmla="*/ 766673 w 1649438"/>
                <a:gd name="connsiteY16" fmla="*/ 313089 h 1237048"/>
                <a:gd name="connsiteX17" fmla="*/ 673891 w 1649438"/>
                <a:gd name="connsiteY17" fmla="*/ 391235 h 1237048"/>
                <a:gd name="connsiteX18" fmla="*/ 542514 w 1649438"/>
                <a:gd name="connsiteY18" fmla="*/ 399604 h 1237048"/>
                <a:gd name="connsiteX19" fmla="*/ 461502 w 1649438"/>
                <a:gd name="connsiteY19" fmla="*/ 359480 h 1237048"/>
                <a:gd name="connsiteX20" fmla="*/ 399902 w 1649438"/>
                <a:gd name="connsiteY20" fmla="*/ 223861 h 1237048"/>
                <a:gd name="connsiteX21" fmla="*/ 455693 w 1649438"/>
                <a:gd name="connsiteY21" fmla="*/ 98331 h 1237048"/>
                <a:gd name="connsiteX22" fmla="*/ 488710 w 1649438"/>
                <a:gd name="connsiteY22" fmla="*/ 43189 h 1237048"/>
                <a:gd name="connsiteX23" fmla="*/ 458789 w 1649438"/>
                <a:gd name="connsiteY23" fmla="*/ 7765 h 1237048"/>
                <a:gd name="connsiteX24" fmla="*/ 365013 w 1649438"/>
                <a:gd name="connsiteY24" fmla="*/ 1192 h 1237048"/>
                <a:gd name="connsiteX25" fmla="*/ 17922 w 1649438"/>
                <a:gd name="connsiteY25" fmla="*/ 1727 h 1237048"/>
                <a:gd name="connsiteX26" fmla="*/ 0 w 1649438"/>
                <a:gd name="connsiteY26" fmla="*/ 12504 h 1237048"/>
                <a:gd name="connsiteX27" fmla="*/ 1223 w 1649438"/>
                <a:gd name="connsiteY27" fmla="*/ 1215267 h 1237048"/>
                <a:gd name="connsiteX28" fmla="*/ 11617 w 1649438"/>
                <a:gd name="connsiteY28" fmla="*/ 1237048 h 1237048"/>
                <a:gd name="connsiteX29" fmla="*/ 1214189 w 1649438"/>
                <a:gd name="connsiteY29" fmla="*/ 1234985 h 1237048"/>
                <a:gd name="connsiteX30" fmla="*/ 1239486 w 1649438"/>
                <a:gd name="connsiteY30" fmla="*/ 1212439 h 1237048"/>
                <a:gd name="connsiteX31" fmla="*/ 1241856 w 1649438"/>
                <a:gd name="connsiteY31" fmla="*/ 922553 h 1237048"/>
                <a:gd name="connsiteX32" fmla="*/ 1246174 w 1649438"/>
                <a:gd name="connsiteY32" fmla="*/ 810206 h 1237048"/>
                <a:gd name="connsiteX33" fmla="*/ 1287062 w 1649438"/>
                <a:gd name="connsiteY33" fmla="*/ 736301 h 1237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649438" h="1237048">
                  <a:moveTo>
                    <a:pt x="1287062" y="736301"/>
                  </a:moveTo>
                  <a:cubicBezTo>
                    <a:pt x="1300284" y="728277"/>
                    <a:pt x="1312970" y="728239"/>
                    <a:pt x="1326574" y="733932"/>
                  </a:cubicBezTo>
                  <a:cubicBezTo>
                    <a:pt x="1356037" y="746275"/>
                    <a:pt x="1381563" y="765267"/>
                    <a:pt x="1406440" y="784488"/>
                  </a:cubicBezTo>
                  <a:cubicBezTo>
                    <a:pt x="1445341" y="814562"/>
                    <a:pt x="1497464" y="820141"/>
                    <a:pt x="1544390" y="807264"/>
                  </a:cubicBezTo>
                  <a:cubicBezTo>
                    <a:pt x="1583215" y="796602"/>
                    <a:pt x="1612983" y="770846"/>
                    <a:pt x="1630294" y="734773"/>
                  </a:cubicBezTo>
                  <a:cubicBezTo>
                    <a:pt x="1659565" y="673784"/>
                    <a:pt x="1654291" y="614095"/>
                    <a:pt x="1621161" y="553871"/>
                  </a:cubicBezTo>
                  <a:cubicBezTo>
                    <a:pt x="1584552" y="487380"/>
                    <a:pt x="1467963" y="461166"/>
                    <a:pt x="1404224" y="519976"/>
                  </a:cubicBezTo>
                  <a:cubicBezTo>
                    <a:pt x="1382442" y="540076"/>
                    <a:pt x="1357642" y="557081"/>
                    <a:pt x="1330281" y="569768"/>
                  </a:cubicBezTo>
                  <a:cubicBezTo>
                    <a:pt x="1306359" y="580850"/>
                    <a:pt x="1271700" y="572252"/>
                    <a:pt x="1261191" y="548483"/>
                  </a:cubicBezTo>
                  <a:cubicBezTo>
                    <a:pt x="1246823" y="516116"/>
                    <a:pt x="1241015" y="491927"/>
                    <a:pt x="1241550" y="455396"/>
                  </a:cubicBezTo>
                  <a:cubicBezTo>
                    <a:pt x="1242352" y="398840"/>
                    <a:pt x="1240480" y="45367"/>
                    <a:pt x="1240594" y="41011"/>
                  </a:cubicBezTo>
                  <a:cubicBezTo>
                    <a:pt x="1241550" y="3944"/>
                    <a:pt x="1238072" y="46"/>
                    <a:pt x="1218240" y="619"/>
                  </a:cubicBezTo>
                  <a:cubicBezTo>
                    <a:pt x="1208113" y="466"/>
                    <a:pt x="927704" y="1651"/>
                    <a:pt x="815089" y="581"/>
                  </a:cubicBezTo>
                  <a:cubicBezTo>
                    <a:pt x="780239" y="237"/>
                    <a:pt x="771335" y="-1750"/>
                    <a:pt x="737708" y="4364"/>
                  </a:cubicBezTo>
                  <a:cubicBezTo>
                    <a:pt x="710653" y="9255"/>
                    <a:pt x="699341" y="29776"/>
                    <a:pt x="703812" y="54767"/>
                  </a:cubicBezTo>
                  <a:cubicBezTo>
                    <a:pt x="727390" y="94738"/>
                    <a:pt x="760750" y="127220"/>
                    <a:pt x="778023" y="171012"/>
                  </a:cubicBezTo>
                  <a:cubicBezTo>
                    <a:pt x="796136" y="216945"/>
                    <a:pt x="792467" y="270864"/>
                    <a:pt x="766673" y="313089"/>
                  </a:cubicBezTo>
                  <a:cubicBezTo>
                    <a:pt x="745121" y="348398"/>
                    <a:pt x="711531" y="374804"/>
                    <a:pt x="673891" y="391235"/>
                  </a:cubicBezTo>
                  <a:cubicBezTo>
                    <a:pt x="630022" y="410342"/>
                    <a:pt x="588637" y="412406"/>
                    <a:pt x="542514" y="399604"/>
                  </a:cubicBezTo>
                  <a:cubicBezTo>
                    <a:pt x="512593" y="391312"/>
                    <a:pt x="485538" y="378931"/>
                    <a:pt x="461502" y="359480"/>
                  </a:cubicBezTo>
                  <a:cubicBezTo>
                    <a:pt x="418321" y="324515"/>
                    <a:pt x="399711" y="277283"/>
                    <a:pt x="399902" y="223861"/>
                  </a:cubicBezTo>
                  <a:cubicBezTo>
                    <a:pt x="400093" y="176400"/>
                    <a:pt x="428906" y="135168"/>
                    <a:pt x="455693" y="98331"/>
                  </a:cubicBezTo>
                  <a:cubicBezTo>
                    <a:pt x="467234" y="82434"/>
                    <a:pt x="486532" y="63671"/>
                    <a:pt x="488710" y="43189"/>
                  </a:cubicBezTo>
                  <a:cubicBezTo>
                    <a:pt x="490735" y="24350"/>
                    <a:pt x="474227" y="11242"/>
                    <a:pt x="458789" y="7765"/>
                  </a:cubicBezTo>
                  <a:cubicBezTo>
                    <a:pt x="428791" y="1040"/>
                    <a:pt x="396310" y="1154"/>
                    <a:pt x="365013" y="1192"/>
                  </a:cubicBezTo>
                  <a:cubicBezTo>
                    <a:pt x="251749" y="1345"/>
                    <a:pt x="142574" y="696"/>
                    <a:pt x="17922" y="1727"/>
                  </a:cubicBezTo>
                  <a:cubicBezTo>
                    <a:pt x="10547" y="1727"/>
                    <a:pt x="0" y="657"/>
                    <a:pt x="0" y="12504"/>
                  </a:cubicBezTo>
                  <a:cubicBezTo>
                    <a:pt x="573" y="37686"/>
                    <a:pt x="994" y="848572"/>
                    <a:pt x="1223" y="1215267"/>
                  </a:cubicBezTo>
                  <a:cubicBezTo>
                    <a:pt x="1223" y="1223368"/>
                    <a:pt x="-4471" y="1235902"/>
                    <a:pt x="11617" y="1237048"/>
                  </a:cubicBezTo>
                  <a:cubicBezTo>
                    <a:pt x="19833" y="1236513"/>
                    <a:pt x="981279" y="1234794"/>
                    <a:pt x="1214189" y="1234985"/>
                  </a:cubicBezTo>
                  <a:cubicBezTo>
                    <a:pt x="1231156" y="1234985"/>
                    <a:pt x="1238760" y="1231775"/>
                    <a:pt x="1239486" y="1212439"/>
                  </a:cubicBezTo>
                  <a:cubicBezTo>
                    <a:pt x="1243117" y="1115798"/>
                    <a:pt x="1240633" y="1019156"/>
                    <a:pt x="1241856" y="922553"/>
                  </a:cubicBezTo>
                  <a:cubicBezTo>
                    <a:pt x="1242314" y="885104"/>
                    <a:pt x="1239983" y="847464"/>
                    <a:pt x="1246174" y="810206"/>
                  </a:cubicBezTo>
                  <a:cubicBezTo>
                    <a:pt x="1255039" y="782960"/>
                    <a:pt x="1259090" y="753306"/>
                    <a:pt x="1287062" y="736301"/>
                  </a:cubicBezTo>
                  <a:close/>
                </a:path>
              </a:pathLst>
            </a:custGeom>
            <a:solidFill>
              <a:schemeClr val="accent1"/>
            </a:solidFill>
            <a:ln w="3812" cap="flat">
              <a:noFill/>
              <a:prstDash val="solid"/>
              <a:miter/>
            </a:ln>
            <a:sp3d extrusionH="298450" prstMaterial="metal"/>
          </p:spPr>
          <p:txBody>
            <a:bodyPr rtlCol="0" anchor="ctr"/>
            <a:lstStyle/>
            <a:p>
              <a:endParaRPr lang="en-US"/>
            </a:p>
          </p:txBody>
        </p:sp>
      </p:grpSp>
      <p:sp>
        <p:nvSpPr>
          <p:cNvPr id="25" name="TextBox 24">
            <a:extLst>
              <a:ext uri="{FF2B5EF4-FFF2-40B4-BE49-F238E27FC236}">
                <a16:creationId xmlns:a16="http://schemas.microsoft.com/office/drawing/2014/main" id="{96B8D36D-29A3-4487-845D-FF9D0005E492}"/>
              </a:ext>
            </a:extLst>
          </p:cNvPr>
          <p:cNvSpPr txBox="1"/>
          <p:nvPr/>
        </p:nvSpPr>
        <p:spPr>
          <a:xfrm>
            <a:off x="323529" y="1614318"/>
            <a:ext cx="11199604" cy="3539430"/>
          </a:xfrm>
          <a:prstGeom prst="rect">
            <a:avLst/>
          </a:prstGeom>
          <a:noFill/>
        </p:spPr>
        <p:txBody>
          <a:bodyPr wrap="square" rtlCol="0">
            <a:spAutoFit/>
          </a:bodyPr>
          <a:lstStyle/>
          <a:p>
            <a:pPr algn="just"/>
            <a:r>
              <a:rPr lang="en-US" sz="1400" dirty="0"/>
              <a:t>A Non-Profit Organization Account refers to the accounting system used by organizations that operate to provide services and benefits to the public or their members rather than to earn profit. These organizations include charities, clubs, religious institutions, educational societies, and non-governmental organizations (NGOs). </a:t>
            </a:r>
          </a:p>
          <a:p>
            <a:pPr algn="just"/>
            <a:endParaRPr lang="en-US" sz="1400" dirty="0"/>
          </a:p>
          <a:p>
            <a:pPr algn="just"/>
            <a:r>
              <a:rPr lang="en-US" sz="1400" dirty="0"/>
              <a:t>The main purpose of this accounting system is to record financial transactions accurately, ensure transparency and accountability, and show how funds such as donations, grants, sponsorships, and membership fees are utilized. Unlike business organizations, non-profit organizations do not distribute profits to owners or shareholders. Instead, any surplus earned is reinvested into the organization to support its activities and objectives.</a:t>
            </a:r>
          </a:p>
          <a:p>
            <a:pPr algn="just"/>
            <a:endParaRPr lang="en-US" sz="1400" dirty="0"/>
          </a:p>
          <a:p>
            <a:pPr algn="just"/>
            <a:r>
              <a:rPr lang="en-US" sz="1400" dirty="0"/>
              <a:t>Non-profit organizations usually prepare several financial statements, including the Receipts and Payments Account, Income and Expenditure Account, and Balance Sheet or Statement of Financial Position. The Receipts and Payments Account records all cash received and paid during a specific period, while the Income and Expenditure Account determines whether the organization has a surplus or deficit. The Balance Sheet shows the organization’s assets, liabilities, and accumulated funds. </a:t>
            </a:r>
          </a:p>
          <a:p>
            <a:pPr algn="just"/>
            <a:endParaRPr lang="en-US" sz="1400" dirty="0"/>
          </a:p>
          <a:p>
            <a:pPr algn="just"/>
            <a:r>
              <a:rPr lang="en-US" sz="1400" dirty="0"/>
              <a:t>Proper accounting practices are important for non-profit organizations to maintain public trust, ensure responsible management of funds, and support effective decision-making for future programs and activities.</a:t>
            </a:r>
          </a:p>
        </p:txBody>
      </p:sp>
    </p:spTree>
    <p:extLst>
      <p:ext uri="{BB962C8B-B14F-4D97-AF65-F5344CB8AC3E}">
        <p14:creationId xmlns:p14="http://schemas.microsoft.com/office/powerpoint/2010/main" val="15573097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735F7F3-C1B5-4B60-A00A-4EB618DDFB5A}"/>
              </a:ext>
            </a:extLst>
          </p:cNvPr>
          <p:cNvSpPr>
            <a:spLocks noGrp="1"/>
          </p:cNvSpPr>
          <p:nvPr>
            <p:ph type="body" sz="quarter" idx="10"/>
          </p:nvPr>
        </p:nvSpPr>
        <p:spPr/>
        <p:txBody>
          <a:bodyPr/>
          <a:lstStyle/>
          <a:p>
            <a:r>
              <a:rPr lang="en-US" dirty="0"/>
              <a:t>Select your option</a:t>
            </a:r>
          </a:p>
        </p:txBody>
      </p:sp>
      <p:sp>
        <p:nvSpPr>
          <p:cNvPr id="3" name="Oval 6">
            <a:extLst>
              <a:ext uri="{FF2B5EF4-FFF2-40B4-BE49-F238E27FC236}">
                <a16:creationId xmlns:a16="http://schemas.microsoft.com/office/drawing/2014/main" id="{8B11235A-EE0E-4393-80DE-74D9A3644E43}"/>
              </a:ext>
            </a:extLst>
          </p:cNvPr>
          <p:cNvSpPr/>
          <p:nvPr/>
        </p:nvSpPr>
        <p:spPr>
          <a:xfrm rot="16200000">
            <a:off x="8211212" y="2071001"/>
            <a:ext cx="1024460" cy="1657038"/>
          </a:xfrm>
          <a:custGeom>
            <a:avLst/>
            <a:gdLst/>
            <a:ahLst/>
            <a:cxnLst/>
            <a:rect l="l" t="t" r="r" b="b"/>
            <a:pathLst>
              <a:path w="890376" h="1440160">
                <a:moveTo>
                  <a:pt x="445188" y="0"/>
                </a:moveTo>
                <a:cubicBezTo>
                  <a:pt x="614149" y="0"/>
                  <a:pt x="769519" y="58193"/>
                  <a:pt x="890376" y="158114"/>
                </a:cubicBezTo>
                <a:cubicBezTo>
                  <a:pt x="722128" y="287532"/>
                  <a:pt x="615484" y="491352"/>
                  <a:pt x="615484" y="720080"/>
                </a:cubicBezTo>
                <a:cubicBezTo>
                  <a:pt x="615484" y="948808"/>
                  <a:pt x="722128" y="1152628"/>
                  <a:pt x="890376" y="1282046"/>
                </a:cubicBezTo>
                <a:cubicBezTo>
                  <a:pt x="769519" y="1381967"/>
                  <a:pt x="614149" y="1440160"/>
                  <a:pt x="445188" y="1440160"/>
                </a:cubicBezTo>
                <a:cubicBezTo>
                  <a:pt x="276227" y="1440160"/>
                  <a:pt x="120857" y="1381967"/>
                  <a:pt x="0" y="1282046"/>
                </a:cubicBezTo>
                <a:cubicBezTo>
                  <a:pt x="168248" y="1152628"/>
                  <a:pt x="274891" y="948808"/>
                  <a:pt x="274891" y="720080"/>
                </a:cubicBezTo>
                <a:cubicBezTo>
                  <a:pt x="274891" y="491352"/>
                  <a:pt x="168248" y="287532"/>
                  <a:pt x="0" y="158114"/>
                </a:cubicBezTo>
                <a:cubicBezTo>
                  <a:pt x="120857" y="58193"/>
                  <a:pt x="276227" y="0"/>
                  <a:pt x="445188" y="0"/>
                </a:cubicBezTo>
                <a:close/>
              </a:path>
            </a:pathLst>
          </a:custGeom>
          <a:solidFill>
            <a:schemeClr val="bg1"/>
          </a:solidFill>
          <a:ln>
            <a:noFill/>
          </a:ln>
          <a:effectLst>
            <a:outerShdw blurRad="190500" sx="102000" sy="102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4" name="Oval 6">
            <a:extLst>
              <a:ext uri="{FF2B5EF4-FFF2-40B4-BE49-F238E27FC236}">
                <a16:creationId xmlns:a16="http://schemas.microsoft.com/office/drawing/2014/main" id="{64C6EB83-1C4B-4C9F-8E42-D736512FC1E4}"/>
              </a:ext>
            </a:extLst>
          </p:cNvPr>
          <p:cNvSpPr/>
          <p:nvPr/>
        </p:nvSpPr>
        <p:spPr>
          <a:xfrm rot="16200000">
            <a:off x="5583724" y="2071001"/>
            <a:ext cx="1024460" cy="1657038"/>
          </a:xfrm>
          <a:custGeom>
            <a:avLst/>
            <a:gdLst/>
            <a:ahLst/>
            <a:cxnLst/>
            <a:rect l="l" t="t" r="r" b="b"/>
            <a:pathLst>
              <a:path w="890376" h="1440160">
                <a:moveTo>
                  <a:pt x="445188" y="0"/>
                </a:moveTo>
                <a:cubicBezTo>
                  <a:pt x="614149" y="0"/>
                  <a:pt x="769519" y="58193"/>
                  <a:pt x="890376" y="158114"/>
                </a:cubicBezTo>
                <a:cubicBezTo>
                  <a:pt x="722128" y="287532"/>
                  <a:pt x="615484" y="491352"/>
                  <a:pt x="615484" y="720080"/>
                </a:cubicBezTo>
                <a:cubicBezTo>
                  <a:pt x="615484" y="948808"/>
                  <a:pt x="722128" y="1152628"/>
                  <a:pt x="890376" y="1282046"/>
                </a:cubicBezTo>
                <a:cubicBezTo>
                  <a:pt x="769519" y="1381967"/>
                  <a:pt x="614149" y="1440160"/>
                  <a:pt x="445188" y="1440160"/>
                </a:cubicBezTo>
                <a:cubicBezTo>
                  <a:pt x="276227" y="1440160"/>
                  <a:pt x="120857" y="1381967"/>
                  <a:pt x="0" y="1282046"/>
                </a:cubicBezTo>
                <a:cubicBezTo>
                  <a:pt x="168248" y="1152628"/>
                  <a:pt x="274891" y="948808"/>
                  <a:pt x="274891" y="720080"/>
                </a:cubicBezTo>
                <a:cubicBezTo>
                  <a:pt x="274891" y="491352"/>
                  <a:pt x="168248" y="287532"/>
                  <a:pt x="0" y="158114"/>
                </a:cubicBezTo>
                <a:cubicBezTo>
                  <a:pt x="120857" y="58193"/>
                  <a:pt x="276227" y="0"/>
                  <a:pt x="445188" y="0"/>
                </a:cubicBezTo>
                <a:close/>
              </a:path>
            </a:pathLst>
          </a:custGeom>
          <a:solidFill>
            <a:schemeClr val="bg1"/>
          </a:solidFill>
          <a:ln>
            <a:noFill/>
          </a:ln>
          <a:effectLst>
            <a:outerShdw blurRad="190500" sx="102000" sy="102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 name="Oval 6">
            <a:extLst>
              <a:ext uri="{FF2B5EF4-FFF2-40B4-BE49-F238E27FC236}">
                <a16:creationId xmlns:a16="http://schemas.microsoft.com/office/drawing/2014/main" id="{2E350CA0-5D8F-4018-BD19-B9257C2CADF9}"/>
              </a:ext>
            </a:extLst>
          </p:cNvPr>
          <p:cNvSpPr/>
          <p:nvPr/>
        </p:nvSpPr>
        <p:spPr>
          <a:xfrm rot="16200000">
            <a:off x="2956237" y="2071001"/>
            <a:ext cx="1024460" cy="1657038"/>
          </a:xfrm>
          <a:custGeom>
            <a:avLst/>
            <a:gdLst/>
            <a:ahLst/>
            <a:cxnLst/>
            <a:rect l="l" t="t" r="r" b="b"/>
            <a:pathLst>
              <a:path w="890376" h="1440160">
                <a:moveTo>
                  <a:pt x="445188" y="0"/>
                </a:moveTo>
                <a:cubicBezTo>
                  <a:pt x="614149" y="0"/>
                  <a:pt x="769519" y="58193"/>
                  <a:pt x="890376" y="158114"/>
                </a:cubicBezTo>
                <a:cubicBezTo>
                  <a:pt x="722128" y="287532"/>
                  <a:pt x="615484" y="491352"/>
                  <a:pt x="615484" y="720080"/>
                </a:cubicBezTo>
                <a:cubicBezTo>
                  <a:pt x="615484" y="948808"/>
                  <a:pt x="722128" y="1152628"/>
                  <a:pt x="890376" y="1282046"/>
                </a:cubicBezTo>
                <a:cubicBezTo>
                  <a:pt x="769519" y="1381967"/>
                  <a:pt x="614149" y="1440160"/>
                  <a:pt x="445188" y="1440160"/>
                </a:cubicBezTo>
                <a:cubicBezTo>
                  <a:pt x="276227" y="1440160"/>
                  <a:pt x="120857" y="1381967"/>
                  <a:pt x="0" y="1282046"/>
                </a:cubicBezTo>
                <a:cubicBezTo>
                  <a:pt x="168248" y="1152628"/>
                  <a:pt x="274891" y="948808"/>
                  <a:pt x="274891" y="720080"/>
                </a:cubicBezTo>
                <a:cubicBezTo>
                  <a:pt x="274891" y="491352"/>
                  <a:pt x="168248" y="287532"/>
                  <a:pt x="0" y="158114"/>
                </a:cubicBezTo>
                <a:cubicBezTo>
                  <a:pt x="120857" y="58193"/>
                  <a:pt x="276227" y="0"/>
                  <a:pt x="445188" y="0"/>
                </a:cubicBezTo>
                <a:close/>
              </a:path>
            </a:pathLst>
          </a:custGeom>
          <a:solidFill>
            <a:schemeClr val="bg1"/>
          </a:solidFill>
          <a:ln>
            <a:noFill/>
          </a:ln>
          <a:effectLst>
            <a:outerShdw blurRad="190500" sx="102000" sy="102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6" name="Oval 9">
            <a:extLst>
              <a:ext uri="{FF2B5EF4-FFF2-40B4-BE49-F238E27FC236}">
                <a16:creationId xmlns:a16="http://schemas.microsoft.com/office/drawing/2014/main" id="{BD60BBFE-3BD3-4A99-81EC-72B83C378CF1}"/>
              </a:ext>
            </a:extLst>
          </p:cNvPr>
          <p:cNvSpPr/>
          <p:nvPr/>
        </p:nvSpPr>
        <p:spPr>
          <a:xfrm>
            <a:off x="1284778" y="2029575"/>
            <a:ext cx="1739890" cy="1739890"/>
          </a:xfrm>
          <a:prstGeom prst="ellipse">
            <a:avLst/>
          </a:prstGeom>
          <a:solidFill>
            <a:schemeClr val="bg1"/>
          </a:solidFill>
          <a:ln>
            <a:noFill/>
          </a:ln>
          <a:effectLst>
            <a:outerShdw blurRad="190500" sx="102000" sy="102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7" name="Oval 3">
            <a:extLst>
              <a:ext uri="{FF2B5EF4-FFF2-40B4-BE49-F238E27FC236}">
                <a16:creationId xmlns:a16="http://schemas.microsoft.com/office/drawing/2014/main" id="{15B0DE61-4A23-428B-9F8B-5BB61641519A}"/>
              </a:ext>
            </a:extLst>
          </p:cNvPr>
          <p:cNvSpPr/>
          <p:nvPr/>
        </p:nvSpPr>
        <p:spPr>
          <a:xfrm>
            <a:off x="1367630" y="2112427"/>
            <a:ext cx="1574186" cy="1574186"/>
          </a:xfrm>
          <a:custGeom>
            <a:avLst/>
            <a:gdLst/>
            <a:ahLst/>
            <a:cxnLst/>
            <a:rect l="l" t="t" r="r" b="b"/>
            <a:pathLst>
              <a:path w="1368152" h="1368152">
                <a:moveTo>
                  <a:pt x="684076" y="0"/>
                </a:moveTo>
                <a:cubicBezTo>
                  <a:pt x="1061881" y="0"/>
                  <a:pt x="1368152" y="306271"/>
                  <a:pt x="1368152" y="684076"/>
                </a:cubicBezTo>
                <a:lnTo>
                  <a:pt x="1359710" y="767824"/>
                </a:lnTo>
                <a:cubicBezTo>
                  <a:pt x="1086175" y="819898"/>
                  <a:pt x="877562" y="1054565"/>
                  <a:pt x="866904" y="1340297"/>
                </a:cubicBezTo>
                <a:cubicBezTo>
                  <a:pt x="809279" y="1359469"/>
                  <a:pt x="747692" y="1368152"/>
                  <a:pt x="684076" y="1368152"/>
                </a:cubicBezTo>
                <a:cubicBezTo>
                  <a:pt x="306271" y="1368152"/>
                  <a:pt x="0" y="1061881"/>
                  <a:pt x="0" y="684076"/>
                </a:cubicBezTo>
                <a:cubicBezTo>
                  <a:pt x="0" y="306271"/>
                  <a:pt x="306271" y="0"/>
                  <a:pt x="684076" y="0"/>
                </a:cubicBezTo>
                <a:close/>
              </a:path>
            </a:pathLst>
          </a:custGeom>
          <a:solidFill>
            <a:schemeClr val="accent4"/>
          </a:solidFill>
          <a:ln>
            <a:noFill/>
          </a:ln>
          <a:effectLst>
            <a:outerShdw blurRad="254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8" name="Oval 12">
            <a:extLst>
              <a:ext uri="{FF2B5EF4-FFF2-40B4-BE49-F238E27FC236}">
                <a16:creationId xmlns:a16="http://schemas.microsoft.com/office/drawing/2014/main" id="{338CF8E9-6A53-48B7-A1E6-387F52231283}"/>
              </a:ext>
            </a:extLst>
          </p:cNvPr>
          <p:cNvSpPr/>
          <p:nvPr/>
        </p:nvSpPr>
        <p:spPr>
          <a:xfrm>
            <a:off x="3926380" y="2029574"/>
            <a:ext cx="1739890" cy="1739890"/>
          </a:xfrm>
          <a:prstGeom prst="ellipse">
            <a:avLst/>
          </a:prstGeom>
          <a:solidFill>
            <a:schemeClr val="bg1"/>
          </a:solidFill>
          <a:ln>
            <a:noFill/>
          </a:ln>
          <a:effectLst>
            <a:outerShdw blurRad="190500" sx="102000" sy="102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9" name="Oval 3">
            <a:extLst>
              <a:ext uri="{FF2B5EF4-FFF2-40B4-BE49-F238E27FC236}">
                <a16:creationId xmlns:a16="http://schemas.microsoft.com/office/drawing/2014/main" id="{5CF04AA4-9BC9-4866-B539-866D3052D4FB}"/>
              </a:ext>
            </a:extLst>
          </p:cNvPr>
          <p:cNvSpPr/>
          <p:nvPr/>
        </p:nvSpPr>
        <p:spPr>
          <a:xfrm>
            <a:off x="4029273" y="2119441"/>
            <a:ext cx="1574186" cy="1574186"/>
          </a:xfrm>
          <a:custGeom>
            <a:avLst/>
            <a:gdLst/>
            <a:ahLst/>
            <a:cxnLst/>
            <a:rect l="l" t="t" r="r" b="b"/>
            <a:pathLst>
              <a:path w="1368152" h="1368152">
                <a:moveTo>
                  <a:pt x="684076" y="0"/>
                </a:moveTo>
                <a:cubicBezTo>
                  <a:pt x="1061881" y="0"/>
                  <a:pt x="1368152" y="306271"/>
                  <a:pt x="1368152" y="684076"/>
                </a:cubicBezTo>
                <a:lnTo>
                  <a:pt x="1359710" y="767824"/>
                </a:lnTo>
                <a:cubicBezTo>
                  <a:pt x="1086175" y="819898"/>
                  <a:pt x="877562" y="1054565"/>
                  <a:pt x="866904" y="1340297"/>
                </a:cubicBezTo>
                <a:cubicBezTo>
                  <a:pt x="809279" y="1359469"/>
                  <a:pt x="747692" y="1368152"/>
                  <a:pt x="684076" y="1368152"/>
                </a:cubicBezTo>
                <a:cubicBezTo>
                  <a:pt x="306271" y="1368152"/>
                  <a:pt x="0" y="1061881"/>
                  <a:pt x="0" y="684076"/>
                </a:cubicBezTo>
                <a:cubicBezTo>
                  <a:pt x="0" y="306271"/>
                  <a:pt x="306271" y="0"/>
                  <a:pt x="684076" y="0"/>
                </a:cubicBezTo>
                <a:close/>
              </a:path>
            </a:pathLst>
          </a:custGeom>
          <a:solidFill>
            <a:schemeClr val="accent3"/>
          </a:solidFill>
          <a:ln>
            <a:noFill/>
          </a:ln>
          <a:effectLst>
            <a:outerShdw blurRad="254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0" name="Oval 15">
            <a:extLst>
              <a:ext uri="{FF2B5EF4-FFF2-40B4-BE49-F238E27FC236}">
                <a16:creationId xmlns:a16="http://schemas.microsoft.com/office/drawing/2014/main" id="{4EF49115-D029-41D4-9B6E-0156FBE8B445}"/>
              </a:ext>
            </a:extLst>
          </p:cNvPr>
          <p:cNvSpPr/>
          <p:nvPr/>
        </p:nvSpPr>
        <p:spPr>
          <a:xfrm>
            <a:off x="6539753" y="2029575"/>
            <a:ext cx="1739890" cy="1739890"/>
          </a:xfrm>
          <a:prstGeom prst="ellipse">
            <a:avLst/>
          </a:prstGeom>
          <a:solidFill>
            <a:schemeClr val="bg1"/>
          </a:solidFill>
          <a:ln>
            <a:noFill/>
          </a:ln>
          <a:effectLst>
            <a:outerShdw blurRad="190500" sx="102000" sy="102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p>
        </p:txBody>
      </p:sp>
      <p:sp>
        <p:nvSpPr>
          <p:cNvPr id="11" name="Oval 3">
            <a:extLst>
              <a:ext uri="{FF2B5EF4-FFF2-40B4-BE49-F238E27FC236}">
                <a16:creationId xmlns:a16="http://schemas.microsoft.com/office/drawing/2014/main" id="{7E2824FA-B1FA-46F8-9852-03975C05B23D}"/>
              </a:ext>
            </a:extLst>
          </p:cNvPr>
          <p:cNvSpPr/>
          <p:nvPr/>
        </p:nvSpPr>
        <p:spPr>
          <a:xfrm>
            <a:off x="6622605" y="2112427"/>
            <a:ext cx="1574186" cy="1574186"/>
          </a:xfrm>
          <a:custGeom>
            <a:avLst/>
            <a:gdLst/>
            <a:ahLst/>
            <a:cxnLst/>
            <a:rect l="l" t="t" r="r" b="b"/>
            <a:pathLst>
              <a:path w="1368152" h="1368152">
                <a:moveTo>
                  <a:pt x="684076" y="0"/>
                </a:moveTo>
                <a:cubicBezTo>
                  <a:pt x="1061881" y="0"/>
                  <a:pt x="1368152" y="306271"/>
                  <a:pt x="1368152" y="684076"/>
                </a:cubicBezTo>
                <a:lnTo>
                  <a:pt x="1359710" y="767824"/>
                </a:lnTo>
                <a:cubicBezTo>
                  <a:pt x="1086175" y="819898"/>
                  <a:pt x="877562" y="1054565"/>
                  <a:pt x="866904" y="1340297"/>
                </a:cubicBezTo>
                <a:cubicBezTo>
                  <a:pt x="809279" y="1359469"/>
                  <a:pt x="747692" y="1368152"/>
                  <a:pt x="684076" y="1368152"/>
                </a:cubicBezTo>
                <a:cubicBezTo>
                  <a:pt x="306271" y="1368152"/>
                  <a:pt x="0" y="1061881"/>
                  <a:pt x="0" y="684076"/>
                </a:cubicBezTo>
                <a:cubicBezTo>
                  <a:pt x="0" y="306271"/>
                  <a:pt x="306271" y="0"/>
                  <a:pt x="684076" y="0"/>
                </a:cubicBezTo>
                <a:close/>
              </a:path>
            </a:pathLst>
          </a:custGeom>
          <a:solidFill>
            <a:schemeClr val="accent2"/>
          </a:solidFill>
          <a:ln>
            <a:noFill/>
          </a:ln>
          <a:effectLst>
            <a:outerShdw blurRad="254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2" name="Oval 18">
            <a:extLst>
              <a:ext uri="{FF2B5EF4-FFF2-40B4-BE49-F238E27FC236}">
                <a16:creationId xmlns:a16="http://schemas.microsoft.com/office/drawing/2014/main" id="{168DE724-65C8-4BF4-A7E8-467E19DF1190}"/>
              </a:ext>
            </a:extLst>
          </p:cNvPr>
          <p:cNvSpPr/>
          <p:nvPr/>
        </p:nvSpPr>
        <p:spPr>
          <a:xfrm>
            <a:off x="9167239" y="2029575"/>
            <a:ext cx="1739890" cy="1739890"/>
          </a:xfrm>
          <a:prstGeom prst="ellipse">
            <a:avLst/>
          </a:prstGeom>
          <a:solidFill>
            <a:schemeClr val="bg1"/>
          </a:solidFill>
          <a:ln>
            <a:noFill/>
          </a:ln>
          <a:effectLst>
            <a:outerShdw blurRad="190500" sx="102000" sy="102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3" name="Oval 3">
            <a:extLst>
              <a:ext uri="{FF2B5EF4-FFF2-40B4-BE49-F238E27FC236}">
                <a16:creationId xmlns:a16="http://schemas.microsoft.com/office/drawing/2014/main" id="{2536C05C-FD0B-41CB-A260-550019F40766}"/>
              </a:ext>
            </a:extLst>
          </p:cNvPr>
          <p:cNvSpPr/>
          <p:nvPr/>
        </p:nvSpPr>
        <p:spPr>
          <a:xfrm>
            <a:off x="9250091" y="2112427"/>
            <a:ext cx="1574186" cy="1574186"/>
          </a:xfrm>
          <a:custGeom>
            <a:avLst/>
            <a:gdLst/>
            <a:ahLst/>
            <a:cxnLst/>
            <a:rect l="l" t="t" r="r" b="b"/>
            <a:pathLst>
              <a:path w="1368152" h="1368152">
                <a:moveTo>
                  <a:pt x="684076" y="0"/>
                </a:moveTo>
                <a:cubicBezTo>
                  <a:pt x="1061881" y="0"/>
                  <a:pt x="1368152" y="306271"/>
                  <a:pt x="1368152" y="684076"/>
                </a:cubicBezTo>
                <a:lnTo>
                  <a:pt x="1359710" y="767824"/>
                </a:lnTo>
                <a:cubicBezTo>
                  <a:pt x="1086175" y="819898"/>
                  <a:pt x="877562" y="1054565"/>
                  <a:pt x="866904" y="1340297"/>
                </a:cubicBezTo>
                <a:cubicBezTo>
                  <a:pt x="809279" y="1359469"/>
                  <a:pt x="747692" y="1368152"/>
                  <a:pt x="684076" y="1368152"/>
                </a:cubicBezTo>
                <a:cubicBezTo>
                  <a:pt x="306271" y="1368152"/>
                  <a:pt x="0" y="1061881"/>
                  <a:pt x="0" y="684076"/>
                </a:cubicBezTo>
                <a:cubicBezTo>
                  <a:pt x="0" y="306271"/>
                  <a:pt x="306271" y="0"/>
                  <a:pt x="684076" y="0"/>
                </a:cubicBezTo>
                <a:close/>
              </a:path>
            </a:pathLst>
          </a:custGeom>
          <a:solidFill>
            <a:schemeClr val="accent1"/>
          </a:solidFill>
          <a:ln>
            <a:noFill/>
          </a:ln>
          <a:effectLst>
            <a:outerShdw blurRad="254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4" name="TextBox 13">
            <a:extLst>
              <a:ext uri="{FF2B5EF4-FFF2-40B4-BE49-F238E27FC236}">
                <a16:creationId xmlns:a16="http://schemas.microsoft.com/office/drawing/2014/main" id="{50142603-2E40-4DB5-8043-31F4427DF967}"/>
              </a:ext>
            </a:extLst>
          </p:cNvPr>
          <p:cNvSpPr txBox="1"/>
          <p:nvPr/>
        </p:nvSpPr>
        <p:spPr>
          <a:xfrm>
            <a:off x="2391053" y="3168438"/>
            <a:ext cx="505577" cy="369332"/>
          </a:xfrm>
          <a:prstGeom prst="rect">
            <a:avLst/>
          </a:prstGeom>
          <a:noFill/>
        </p:spPr>
        <p:txBody>
          <a:bodyPr wrap="square" rtlCol="0">
            <a:spAutoFit/>
          </a:bodyPr>
          <a:lstStyle/>
          <a:p>
            <a:pPr algn="ctr"/>
            <a:r>
              <a:rPr lang="en-US" altLang="ko-KR" b="1" dirty="0">
                <a:solidFill>
                  <a:schemeClr val="tx1">
                    <a:lumMod val="75000"/>
                    <a:lumOff val="25000"/>
                  </a:schemeClr>
                </a:solidFill>
              </a:rPr>
              <a:t>A</a:t>
            </a:r>
            <a:endParaRPr lang="ko-KR" altLang="en-US" b="1" dirty="0">
              <a:solidFill>
                <a:schemeClr val="tx1">
                  <a:lumMod val="75000"/>
                  <a:lumOff val="25000"/>
                </a:schemeClr>
              </a:solidFill>
            </a:endParaRPr>
          </a:p>
        </p:txBody>
      </p:sp>
      <p:sp>
        <p:nvSpPr>
          <p:cNvPr id="15" name="TextBox 14">
            <a:extLst>
              <a:ext uri="{FF2B5EF4-FFF2-40B4-BE49-F238E27FC236}">
                <a16:creationId xmlns:a16="http://schemas.microsoft.com/office/drawing/2014/main" id="{D6AC475C-72F3-4347-BECA-83D0C2446876}"/>
              </a:ext>
            </a:extLst>
          </p:cNvPr>
          <p:cNvSpPr txBox="1"/>
          <p:nvPr/>
        </p:nvSpPr>
        <p:spPr>
          <a:xfrm>
            <a:off x="5027246" y="3168438"/>
            <a:ext cx="505577" cy="369332"/>
          </a:xfrm>
          <a:prstGeom prst="rect">
            <a:avLst/>
          </a:prstGeom>
          <a:noFill/>
        </p:spPr>
        <p:txBody>
          <a:bodyPr wrap="square" rtlCol="0">
            <a:spAutoFit/>
          </a:bodyPr>
          <a:lstStyle/>
          <a:p>
            <a:pPr algn="ctr"/>
            <a:r>
              <a:rPr lang="en-US" altLang="ko-KR" b="1" dirty="0">
                <a:solidFill>
                  <a:schemeClr val="tx1">
                    <a:lumMod val="75000"/>
                    <a:lumOff val="25000"/>
                  </a:schemeClr>
                </a:solidFill>
              </a:rPr>
              <a:t>B</a:t>
            </a:r>
            <a:endParaRPr lang="ko-KR" altLang="en-US" b="1" dirty="0">
              <a:solidFill>
                <a:schemeClr val="tx1">
                  <a:lumMod val="75000"/>
                  <a:lumOff val="25000"/>
                </a:schemeClr>
              </a:solidFill>
            </a:endParaRPr>
          </a:p>
        </p:txBody>
      </p:sp>
      <p:sp>
        <p:nvSpPr>
          <p:cNvPr id="16" name="TextBox 15">
            <a:extLst>
              <a:ext uri="{FF2B5EF4-FFF2-40B4-BE49-F238E27FC236}">
                <a16:creationId xmlns:a16="http://schemas.microsoft.com/office/drawing/2014/main" id="{692E8BF0-0AD2-4A9A-9C02-4D655D0A8371}"/>
              </a:ext>
            </a:extLst>
          </p:cNvPr>
          <p:cNvSpPr txBox="1"/>
          <p:nvPr/>
        </p:nvSpPr>
        <p:spPr>
          <a:xfrm>
            <a:off x="7663439" y="3168438"/>
            <a:ext cx="505577" cy="369332"/>
          </a:xfrm>
          <a:prstGeom prst="rect">
            <a:avLst/>
          </a:prstGeom>
          <a:noFill/>
        </p:spPr>
        <p:txBody>
          <a:bodyPr wrap="square" rtlCol="0">
            <a:spAutoFit/>
          </a:bodyPr>
          <a:lstStyle/>
          <a:p>
            <a:pPr algn="ctr"/>
            <a:r>
              <a:rPr lang="en-US" altLang="ko-KR" b="1" dirty="0">
                <a:solidFill>
                  <a:schemeClr val="tx1">
                    <a:lumMod val="75000"/>
                    <a:lumOff val="25000"/>
                  </a:schemeClr>
                </a:solidFill>
              </a:rPr>
              <a:t>C</a:t>
            </a:r>
            <a:endParaRPr lang="ko-KR" altLang="en-US" b="1" dirty="0">
              <a:solidFill>
                <a:schemeClr val="tx1">
                  <a:lumMod val="75000"/>
                  <a:lumOff val="25000"/>
                </a:schemeClr>
              </a:solidFill>
            </a:endParaRPr>
          </a:p>
        </p:txBody>
      </p:sp>
      <p:sp>
        <p:nvSpPr>
          <p:cNvPr id="17" name="TextBox 16">
            <a:extLst>
              <a:ext uri="{FF2B5EF4-FFF2-40B4-BE49-F238E27FC236}">
                <a16:creationId xmlns:a16="http://schemas.microsoft.com/office/drawing/2014/main" id="{7FAFFB75-A456-415C-BD41-19F779FE0E57}"/>
              </a:ext>
            </a:extLst>
          </p:cNvPr>
          <p:cNvSpPr txBox="1"/>
          <p:nvPr/>
        </p:nvSpPr>
        <p:spPr>
          <a:xfrm>
            <a:off x="10299631" y="3168438"/>
            <a:ext cx="505577" cy="369332"/>
          </a:xfrm>
          <a:prstGeom prst="rect">
            <a:avLst/>
          </a:prstGeom>
          <a:noFill/>
        </p:spPr>
        <p:txBody>
          <a:bodyPr wrap="square" rtlCol="0">
            <a:spAutoFit/>
          </a:bodyPr>
          <a:lstStyle/>
          <a:p>
            <a:pPr algn="ctr"/>
            <a:r>
              <a:rPr lang="en-US" altLang="ko-KR" b="1" dirty="0">
                <a:solidFill>
                  <a:schemeClr val="tx1">
                    <a:lumMod val="75000"/>
                    <a:lumOff val="25000"/>
                  </a:schemeClr>
                </a:solidFill>
              </a:rPr>
              <a:t>D</a:t>
            </a:r>
            <a:endParaRPr lang="ko-KR" altLang="en-US" b="1" dirty="0">
              <a:solidFill>
                <a:schemeClr val="tx1">
                  <a:lumMod val="75000"/>
                  <a:lumOff val="25000"/>
                </a:schemeClr>
              </a:solidFill>
            </a:endParaRPr>
          </a:p>
        </p:txBody>
      </p:sp>
      <p:sp>
        <p:nvSpPr>
          <p:cNvPr id="18" name="TextBox 17">
            <a:extLst>
              <a:ext uri="{FF2B5EF4-FFF2-40B4-BE49-F238E27FC236}">
                <a16:creationId xmlns:a16="http://schemas.microsoft.com/office/drawing/2014/main" id="{C8909791-E72A-488B-83E6-ADD5CAC3B5C2}"/>
              </a:ext>
            </a:extLst>
          </p:cNvPr>
          <p:cNvSpPr txBox="1"/>
          <p:nvPr/>
        </p:nvSpPr>
        <p:spPr>
          <a:xfrm>
            <a:off x="1574406" y="2472939"/>
            <a:ext cx="1160631" cy="276999"/>
          </a:xfrm>
          <a:prstGeom prst="rect">
            <a:avLst/>
          </a:prstGeom>
          <a:noFill/>
        </p:spPr>
        <p:txBody>
          <a:bodyPr wrap="square" rtlCol="0">
            <a:spAutoFit/>
          </a:bodyPr>
          <a:lstStyle/>
          <a:p>
            <a:pPr algn="ctr"/>
            <a:r>
              <a:rPr lang="en-US" altLang="ko-KR" sz="1200" b="1" dirty="0">
                <a:solidFill>
                  <a:schemeClr val="bg1"/>
                </a:solidFill>
                <a:cs typeface="Arial" pitchFamily="34" charset="0"/>
              </a:rPr>
              <a:t>eBook</a:t>
            </a:r>
            <a:endParaRPr lang="ko-KR" altLang="en-US" sz="1200" b="1" dirty="0">
              <a:solidFill>
                <a:schemeClr val="bg1"/>
              </a:solidFill>
              <a:cs typeface="Arial" pitchFamily="34" charset="0"/>
            </a:endParaRPr>
          </a:p>
        </p:txBody>
      </p:sp>
      <p:sp>
        <p:nvSpPr>
          <p:cNvPr id="20" name="TextBox 19">
            <a:extLst>
              <a:ext uri="{FF2B5EF4-FFF2-40B4-BE49-F238E27FC236}">
                <a16:creationId xmlns:a16="http://schemas.microsoft.com/office/drawing/2014/main" id="{761D6CC1-BD9C-4BA9-9394-7AF13ECFCD98}"/>
              </a:ext>
            </a:extLst>
          </p:cNvPr>
          <p:cNvSpPr txBox="1"/>
          <p:nvPr/>
        </p:nvSpPr>
        <p:spPr>
          <a:xfrm>
            <a:off x="4201925" y="2472939"/>
            <a:ext cx="1160631" cy="276999"/>
          </a:xfrm>
          <a:prstGeom prst="rect">
            <a:avLst/>
          </a:prstGeom>
          <a:noFill/>
        </p:spPr>
        <p:txBody>
          <a:bodyPr wrap="square" rtlCol="0">
            <a:spAutoFit/>
          </a:bodyPr>
          <a:lstStyle/>
          <a:p>
            <a:pPr algn="ctr"/>
            <a:r>
              <a:rPr lang="en-US" altLang="ko-KR" sz="1200" b="1" dirty="0">
                <a:solidFill>
                  <a:schemeClr val="bg1"/>
                </a:solidFill>
                <a:cs typeface="Arial" pitchFamily="34" charset="0"/>
              </a:rPr>
              <a:t>Game</a:t>
            </a:r>
            <a:endParaRPr lang="ko-KR" altLang="en-US" sz="1200" b="1" dirty="0">
              <a:solidFill>
                <a:schemeClr val="bg1"/>
              </a:solidFill>
              <a:cs typeface="Arial" pitchFamily="34" charset="0"/>
            </a:endParaRPr>
          </a:p>
        </p:txBody>
      </p:sp>
      <p:sp>
        <p:nvSpPr>
          <p:cNvPr id="21" name="TextBox 20">
            <a:extLst>
              <a:ext uri="{FF2B5EF4-FFF2-40B4-BE49-F238E27FC236}">
                <a16:creationId xmlns:a16="http://schemas.microsoft.com/office/drawing/2014/main" id="{F8912964-5145-483E-8080-E699A64E8731}"/>
              </a:ext>
            </a:extLst>
          </p:cNvPr>
          <p:cNvSpPr txBox="1"/>
          <p:nvPr/>
        </p:nvSpPr>
        <p:spPr>
          <a:xfrm>
            <a:off x="6618550" y="2500865"/>
            <a:ext cx="1160631" cy="276999"/>
          </a:xfrm>
          <a:prstGeom prst="rect">
            <a:avLst/>
          </a:prstGeom>
          <a:noFill/>
        </p:spPr>
        <p:txBody>
          <a:bodyPr wrap="square" rtlCol="0">
            <a:spAutoFit/>
          </a:bodyPr>
          <a:lstStyle/>
          <a:p>
            <a:pPr lvl="1" algn="ctr"/>
            <a:r>
              <a:rPr lang="en-US" altLang="ko-KR" sz="1200" b="1" dirty="0">
                <a:solidFill>
                  <a:schemeClr val="bg1"/>
                </a:solidFill>
                <a:cs typeface="Arial" pitchFamily="34" charset="0"/>
              </a:rPr>
              <a:t>Quiz</a:t>
            </a:r>
            <a:endParaRPr lang="ko-KR" altLang="en-US" sz="1200" b="1" dirty="0">
              <a:solidFill>
                <a:schemeClr val="bg1"/>
              </a:solidFill>
              <a:cs typeface="Arial" pitchFamily="34" charset="0"/>
            </a:endParaRPr>
          </a:p>
        </p:txBody>
      </p:sp>
      <p:sp>
        <p:nvSpPr>
          <p:cNvPr id="22" name="TextBox 21">
            <a:extLst>
              <a:ext uri="{FF2B5EF4-FFF2-40B4-BE49-F238E27FC236}">
                <a16:creationId xmlns:a16="http://schemas.microsoft.com/office/drawing/2014/main" id="{ED330B71-6B30-4562-AE8C-7DA820A3F111}"/>
              </a:ext>
            </a:extLst>
          </p:cNvPr>
          <p:cNvSpPr txBox="1"/>
          <p:nvPr/>
        </p:nvSpPr>
        <p:spPr>
          <a:xfrm>
            <a:off x="9456963" y="2472939"/>
            <a:ext cx="1160631" cy="276999"/>
          </a:xfrm>
          <a:prstGeom prst="rect">
            <a:avLst/>
          </a:prstGeom>
          <a:noFill/>
        </p:spPr>
        <p:txBody>
          <a:bodyPr wrap="square" rtlCol="0">
            <a:spAutoFit/>
          </a:bodyPr>
          <a:lstStyle/>
          <a:p>
            <a:pPr algn="ctr"/>
            <a:r>
              <a:rPr lang="en-US" altLang="ko-KR" sz="1200" b="1" dirty="0">
                <a:solidFill>
                  <a:schemeClr val="bg1"/>
                </a:solidFill>
                <a:cs typeface="Arial" pitchFamily="34" charset="0"/>
              </a:rPr>
              <a:t>Exercise</a:t>
            </a:r>
            <a:endParaRPr lang="ko-KR" altLang="en-US" sz="1200" b="1" dirty="0">
              <a:solidFill>
                <a:schemeClr val="bg1"/>
              </a:solidFill>
              <a:cs typeface="Arial" pitchFamily="34" charset="0"/>
            </a:endParaRPr>
          </a:p>
        </p:txBody>
      </p:sp>
      <p:sp>
        <p:nvSpPr>
          <p:cNvPr id="27" name="TextBox 26">
            <a:extLst>
              <a:ext uri="{FF2B5EF4-FFF2-40B4-BE49-F238E27FC236}">
                <a16:creationId xmlns:a16="http://schemas.microsoft.com/office/drawing/2014/main" id="{17C5A53E-BCAD-4A92-B5D1-572633B476FD}"/>
              </a:ext>
            </a:extLst>
          </p:cNvPr>
          <p:cNvSpPr txBox="1"/>
          <p:nvPr/>
        </p:nvSpPr>
        <p:spPr>
          <a:xfrm>
            <a:off x="1220192" y="4127179"/>
            <a:ext cx="1869058" cy="369332"/>
          </a:xfrm>
          <a:prstGeom prst="rect">
            <a:avLst/>
          </a:prstGeom>
          <a:noFill/>
        </p:spPr>
        <p:txBody>
          <a:bodyPr wrap="square" rtlCol="0" anchor="ctr">
            <a:spAutoFit/>
          </a:bodyPr>
          <a:lstStyle/>
          <a:p>
            <a:pPr algn="ctr"/>
            <a:r>
              <a:rPr lang="en-US" altLang="ko-KR" b="1" dirty="0">
                <a:solidFill>
                  <a:schemeClr val="accent4"/>
                </a:solidFill>
                <a:cs typeface="Arial" pitchFamily="34" charset="0"/>
              </a:rPr>
              <a:t>eBook Here</a:t>
            </a:r>
            <a:endParaRPr lang="ko-KR" altLang="en-US" b="1" dirty="0">
              <a:solidFill>
                <a:schemeClr val="accent4"/>
              </a:solidFill>
              <a:cs typeface="Arial" pitchFamily="34" charset="0"/>
            </a:endParaRPr>
          </a:p>
        </p:txBody>
      </p:sp>
      <p:sp>
        <p:nvSpPr>
          <p:cNvPr id="30" name="TextBox 29">
            <a:extLst>
              <a:ext uri="{FF2B5EF4-FFF2-40B4-BE49-F238E27FC236}">
                <a16:creationId xmlns:a16="http://schemas.microsoft.com/office/drawing/2014/main" id="{A8CC1B5D-C0B1-4D48-A98A-17F880C012CF}"/>
              </a:ext>
            </a:extLst>
          </p:cNvPr>
          <p:cNvSpPr txBox="1"/>
          <p:nvPr/>
        </p:nvSpPr>
        <p:spPr>
          <a:xfrm>
            <a:off x="3847682" y="4127179"/>
            <a:ext cx="1869058" cy="369332"/>
          </a:xfrm>
          <a:prstGeom prst="rect">
            <a:avLst/>
          </a:prstGeom>
          <a:noFill/>
        </p:spPr>
        <p:txBody>
          <a:bodyPr wrap="square" rtlCol="0" anchor="ctr">
            <a:spAutoFit/>
          </a:bodyPr>
          <a:lstStyle/>
          <a:p>
            <a:pPr algn="ctr"/>
            <a:r>
              <a:rPr lang="en-US" altLang="ko-KR" b="1" dirty="0">
                <a:solidFill>
                  <a:schemeClr val="accent3"/>
                </a:solidFill>
                <a:cs typeface="Arial" pitchFamily="34" charset="0"/>
              </a:rPr>
              <a:t>Game Here</a:t>
            </a:r>
            <a:endParaRPr lang="ko-KR" altLang="en-US" b="1" dirty="0">
              <a:solidFill>
                <a:schemeClr val="accent3"/>
              </a:solidFill>
              <a:cs typeface="Arial" pitchFamily="34" charset="0"/>
            </a:endParaRPr>
          </a:p>
        </p:txBody>
      </p:sp>
      <p:sp>
        <p:nvSpPr>
          <p:cNvPr id="33" name="TextBox 32">
            <a:extLst>
              <a:ext uri="{FF2B5EF4-FFF2-40B4-BE49-F238E27FC236}">
                <a16:creationId xmlns:a16="http://schemas.microsoft.com/office/drawing/2014/main" id="{4EF7EE05-7E11-45BE-9B96-374A462D150F}"/>
              </a:ext>
            </a:extLst>
          </p:cNvPr>
          <p:cNvSpPr txBox="1"/>
          <p:nvPr/>
        </p:nvSpPr>
        <p:spPr>
          <a:xfrm>
            <a:off x="6475172" y="4127179"/>
            <a:ext cx="1869058" cy="369332"/>
          </a:xfrm>
          <a:prstGeom prst="rect">
            <a:avLst/>
          </a:prstGeom>
          <a:noFill/>
        </p:spPr>
        <p:txBody>
          <a:bodyPr wrap="square" rtlCol="0" anchor="ctr">
            <a:spAutoFit/>
          </a:bodyPr>
          <a:lstStyle/>
          <a:p>
            <a:pPr algn="ctr"/>
            <a:r>
              <a:rPr lang="en-US" altLang="ko-KR" b="1" dirty="0">
                <a:solidFill>
                  <a:schemeClr val="accent2"/>
                </a:solidFill>
                <a:cs typeface="Arial" pitchFamily="34" charset="0"/>
              </a:rPr>
              <a:t>Quiz Here</a:t>
            </a:r>
            <a:endParaRPr lang="ko-KR" altLang="en-US" b="1" dirty="0">
              <a:solidFill>
                <a:schemeClr val="accent2"/>
              </a:solidFill>
              <a:cs typeface="Arial" pitchFamily="34" charset="0"/>
            </a:endParaRPr>
          </a:p>
        </p:txBody>
      </p:sp>
      <p:sp>
        <p:nvSpPr>
          <p:cNvPr id="36" name="TextBox 35">
            <a:extLst>
              <a:ext uri="{FF2B5EF4-FFF2-40B4-BE49-F238E27FC236}">
                <a16:creationId xmlns:a16="http://schemas.microsoft.com/office/drawing/2014/main" id="{7BB7E6F7-9EDA-46F2-A5D0-03EAF582B3F3}"/>
              </a:ext>
            </a:extLst>
          </p:cNvPr>
          <p:cNvSpPr txBox="1"/>
          <p:nvPr/>
        </p:nvSpPr>
        <p:spPr>
          <a:xfrm>
            <a:off x="9102662" y="4127179"/>
            <a:ext cx="1869058" cy="369332"/>
          </a:xfrm>
          <a:prstGeom prst="rect">
            <a:avLst/>
          </a:prstGeom>
          <a:noFill/>
        </p:spPr>
        <p:txBody>
          <a:bodyPr wrap="square" rtlCol="0" anchor="ctr">
            <a:spAutoFit/>
          </a:bodyPr>
          <a:lstStyle/>
          <a:p>
            <a:pPr algn="ctr"/>
            <a:r>
              <a:rPr lang="en-US" altLang="ko-KR" b="1" dirty="0">
                <a:solidFill>
                  <a:schemeClr val="accent1"/>
                </a:solidFill>
                <a:cs typeface="Arial" pitchFamily="34" charset="0"/>
              </a:rPr>
              <a:t>Exercise Here</a:t>
            </a:r>
            <a:endParaRPr lang="ko-KR" altLang="en-US" b="1" dirty="0">
              <a:solidFill>
                <a:schemeClr val="accent1"/>
              </a:solidFill>
              <a:cs typeface="Arial" pitchFamily="34" charset="0"/>
            </a:endParaRPr>
          </a:p>
        </p:txBody>
      </p:sp>
      <p:sp>
        <p:nvSpPr>
          <p:cNvPr id="89" name="Rectangle 9">
            <a:extLst>
              <a:ext uri="{FF2B5EF4-FFF2-40B4-BE49-F238E27FC236}">
                <a16:creationId xmlns:a16="http://schemas.microsoft.com/office/drawing/2014/main" id="{444E6227-4972-4DE6-BEB0-C3FC42991182}"/>
              </a:ext>
            </a:extLst>
          </p:cNvPr>
          <p:cNvSpPr/>
          <p:nvPr/>
        </p:nvSpPr>
        <p:spPr>
          <a:xfrm>
            <a:off x="1891056" y="2772778"/>
            <a:ext cx="527335" cy="493633"/>
          </a:xfrm>
          <a:custGeom>
            <a:avLst/>
            <a:gdLst>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2991331 w 3239999"/>
              <a:gd name="connsiteY3" fmla="*/ 2709748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239999" h="3032924">
                <a:moveTo>
                  <a:pt x="1576606" y="2778202"/>
                </a:moveTo>
                <a:cubicBezTo>
                  <a:pt x="1576606" y="2778795"/>
                  <a:pt x="1663394" y="2792670"/>
                  <a:pt x="1663394" y="2778202"/>
                </a:cubicBezTo>
                <a:lnTo>
                  <a:pt x="1663394" y="2776423"/>
                </a:lnTo>
                <a:cubicBezTo>
                  <a:pt x="2185083" y="2605634"/>
                  <a:pt x="2444552" y="2500589"/>
                  <a:pt x="2991331" y="2709748"/>
                </a:cubicBezTo>
                <a:lnTo>
                  <a:pt x="3000856" y="526981"/>
                </a:lnTo>
                <a:lnTo>
                  <a:pt x="2855082" y="526981"/>
                </a:lnTo>
                <a:cubicBezTo>
                  <a:pt x="2857178" y="1175360"/>
                  <a:pt x="2859273" y="1823738"/>
                  <a:pt x="2861369" y="2472117"/>
                </a:cubicBezTo>
                <a:cubicBezTo>
                  <a:pt x="2483869" y="2318121"/>
                  <a:pt x="2052449" y="2439541"/>
                  <a:pt x="1663394" y="2765302"/>
                </a:cubicBezTo>
                <a:lnTo>
                  <a:pt x="1663394" y="526981"/>
                </a:lnTo>
                <a:lnTo>
                  <a:pt x="1663394" y="430441"/>
                </a:lnTo>
                <a:lnTo>
                  <a:pt x="1663394" y="402054"/>
                </a:lnTo>
                <a:cubicBezTo>
                  <a:pt x="1896442" y="149589"/>
                  <a:pt x="2115835" y="2106"/>
                  <a:pt x="2406065" y="22"/>
                </a:cubicBezTo>
                <a:cubicBezTo>
                  <a:pt x="2537987" y="-925"/>
                  <a:pt x="2684544" y="28169"/>
                  <a:pt x="2853673" y="91100"/>
                </a:cubicBezTo>
                <a:cubicBezTo>
                  <a:pt x="2854039" y="204214"/>
                  <a:pt x="2854404" y="317327"/>
                  <a:pt x="2854770" y="430441"/>
                </a:cubicBezTo>
                <a:lnTo>
                  <a:pt x="3120669" y="428517"/>
                </a:lnTo>
                <a:lnTo>
                  <a:pt x="3120669" y="738345"/>
                </a:lnTo>
                <a:lnTo>
                  <a:pt x="3239999" y="738345"/>
                </a:lnTo>
                <a:lnTo>
                  <a:pt x="3239999" y="3032924"/>
                </a:lnTo>
                <a:lnTo>
                  <a:pt x="0" y="3032924"/>
                </a:lnTo>
                <a:lnTo>
                  <a:pt x="0" y="738345"/>
                </a:lnTo>
                <a:lnTo>
                  <a:pt x="102477" y="738345"/>
                </a:lnTo>
                <a:lnTo>
                  <a:pt x="102477" y="428517"/>
                </a:lnTo>
                <a:lnTo>
                  <a:pt x="385229" y="430441"/>
                </a:lnTo>
                <a:cubicBezTo>
                  <a:pt x="385595" y="317327"/>
                  <a:pt x="385960" y="204214"/>
                  <a:pt x="386326" y="91100"/>
                </a:cubicBezTo>
                <a:cubicBezTo>
                  <a:pt x="555455" y="28169"/>
                  <a:pt x="702013" y="-925"/>
                  <a:pt x="833935" y="22"/>
                </a:cubicBezTo>
                <a:cubicBezTo>
                  <a:pt x="1124164" y="2106"/>
                  <a:pt x="1343558" y="149589"/>
                  <a:pt x="1576606" y="402054"/>
                </a:cubicBezTo>
                <a:lnTo>
                  <a:pt x="1576606" y="430441"/>
                </a:lnTo>
                <a:lnTo>
                  <a:pt x="1576606" y="526981"/>
                </a:lnTo>
                <a:lnTo>
                  <a:pt x="1576606" y="2765302"/>
                </a:lnTo>
                <a:cubicBezTo>
                  <a:pt x="1187550" y="2439541"/>
                  <a:pt x="756130" y="2318121"/>
                  <a:pt x="378630" y="2472117"/>
                </a:cubicBezTo>
                <a:lnTo>
                  <a:pt x="384918" y="526981"/>
                </a:lnTo>
                <a:lnTo>
                  <a:pt x="239143" y="526981"/>
                </a:lnTo>
                <a:lnTo>
                  <a:pt x="229618" y="2690698"/>
                </a:lnTo>
                <a:cubicBezTo>
                  <a:pt x="773243" y="2466244"/>
                  <a:pt x="1081748" y="2626096"/>
                  <a:pt x="1576606" y="2776423"/>
                </a:cubicBezTo>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75" name="Trapezoid 13">
            <a:extLst>
              <a:ext uri="{FF2B5EF4-FFF2-40B4-BE49-F238E27FC236}">
                <a16:creationId xmlns:a16="http://schemas.microsoft.com/office/drawing/2014/main" id="{EAB635DE-58EF-4585-A0F5-0790A1957A5B}"/>
              </a:ext>
            </a:extLst>
          </p:cNvPr>
          <p:cNvSpPr/>
          <p:nvPr/>
        </p:nvSpPr>
        <p:spPr>
          <a:xfrm>
            <a:off x="4551444" y="2746372"/>
            <a:ext cx="529844" cy="448015"/>
          </a:xfrm>
          <a:custGeom>
            <a:avLst/>
            <a:gdLst/>
            <a:ahLst/>
            <a:cxnLst/>
            <a:rect l="l" t="t" r="r" b="b"/>
            <a:pathLst>
              <a:path w="2736304" h="2313707">
                <a:moveTo>
                  <a:pt x="1046195" y="1945901"/>
                </a:moveTo>
                <a:lnTo>
                  <a:pt x="998316" y="2093032"/>
                </a:lnTo>
                <a:lnTo>
                  <a:pt x="1737988" y="2093032"/>
                </a:lnTo>
                <a:lnTo>
                  <a:pt x="1690109" y="1945901"/>
                </a:lnTo>
                <a:close/>
                <a:moveTo>
                  <a:pt x="396044" y="89541"/>
                </a:moveTo>
                <a:lnTo>
                  <a:pt x="396044" y="1241668"/>
                </a:lnTo>
                <a:lnTo>
                  <a:pt x="2340260" y="1241668"/>
                </a:lnTo>
                <a:lnTo>
                  <a:pt x="2340260" y="89541"/>
                </a:lnTo>
                <a:close/>
                <a:moveTo>
                  <a:pt x="252028" y="0"/>
                </a:moveTo>
                <a:lnTo>
                  <a:pt x="2484276" y="0"/>
                </a:lnTo>
                <a:lnTo>
                  <a:pt x="2484276" y="1331208"/>
                </a:lnTo>
                <a:lnTo>
                  <a:pt x="2484679" y="1331208"/>
                </a:lnTo>
                <a:lnTo>
                  <a:pt x="2736304" y="2195304"/>
                </a:lnTo>
                <a:lnTo>
                  <a:pt x="2736304" y="2313707"/>
                </a:lnTo>
                <a:lnTo>
                  <a:pt x="0" y="2313707"/>
                </a:lnTo>
                <a:lnTo>
                  <a:pt x="0" y="2195304"/>
                </a:lnTo>
                <a:lnTo>
                  <a:pt x="251625" y="1331208"/>
                </a:lnTo>
                <a:lnTo>
                  <a:pt x="252028" y="1331208"/>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92" name="Rounded Rectangle 51">
            <a:extLst>
              <a:ext uri="{FF2B5EF4-FFF2-40B4-BE49-F238E27FC236}">
                <a16:creationId xmlns:a16="http://schemas.microsoft.com/office/drawing/2014/main" id="{B83253D3-E181-4488-9CD9-39D21527F719}"/>
              </a:ext>
            </a:extLst>
          </p:cNvPr>
          <p:cNvSpPr/>
          <p:nvPr/>
        </p:nvSpPr>
        <p:spPr>
          <a:xfrm rot="16200000" flipH="1">
            <a:off x="7173070" y="2776531"/>
            <a:ext cx="541566" cy="510026"/>
          </a:xfrm>
          <a:custGeom>
            <a:avLst/>
            <a:gdLst/>
            <a:ahLst/>
            <a:cxnLst/>
            <a:rect l="l" t="t" r="r" b="b"/>
            <a:pathLst>
              <a:path w="2928608" h="2758049">
                <a:moveTo>
                  <a:pt x="2797052" y="1199936"/>
                </a:moveTo>
                <a:lnTo>
                  <a:pt x="2797052" y="1541978"/>
                </a:lnTo>
                <a:cubicBezTo>
                  <a:pt x="2797052" y="1578306"/>
                  <a:pt x="2826502" y="1607756"/>
                  <a:pt x="2862830" y="1607756"/>
                </a:cubicBezTo>
                <a:lnTo>
                  <a:pt x="2862830" y="1607755"/>
                </a:lnTo>
                <a:cubicBezTo>
                  <a:pt x="2899158" y="1607755"/>
                  <a:pt x="2928608" y="1578305"/>
                  <a:pt x="2928608" y="1541977"/>
                </a:cubicBezTo>
                <a:lnTo>
                  <a:pt x="2928607" y="1199936"/>
                </a:lnTo>
                <a:cubicBezTo>
                  <a:pt x="2928607" y="1163608"/>
                  <a:pt x="2899158" y="1134159"/>
                  <a:pt x="2862830" y="1134158"/>
                </a:cubicBezTo>
                <a:cubicBezTo>
                  <a:pt x="2826502" y="1134159"/>
                  <a:pt x="2797052" y="1163608"/>
                  <a:pt x="2797052" y="1199936"/>
                </a:cubicBezTo>
                <a:close/>
                <a:moveTo>
                  <a:pt x="2593193" y="1147315"/>
                </a:moveTo>
                <a:lnTo>
                  <a:pt x="2593193" y="1594601"/>
                </a:lnTo>
                <a:cubicBezTo>
                  <a:pt x="2593193" y="1630929"/>
                  <a:pt x="2622643" y="1660379"/>
                  <a:pt x="2658971" y="1660379"/>
                </a:cubicBezTo>
                <a:lnTo>
                  <a:pt x="2658971" y="1660378"/>
                </a:lnTo>
                <a:cubicBezTo>
                  <a:pt x="2695299" y="1660378"/>
                  <a:pt x="2724749" y="1630928"/>
                  <a:pt x="2724749" y="1594600"/>
                </a:cubicBezTo>
                <a:lnTo>
                  <a:pt x="2724748" y="1147315"/>
                </a:lnTo>
                <a:cubicBezTo>
                  <a:pt x="2724748" y="1110987"/>
                  <a:pt x="2695299" y="1081538"/>
                  <a:pt x="2658971" y="1081537"/>
                </a:cubicBezTo>
                <a:cubicBezTo>
                  <a:pt x="2622643" y="1081538"/>
                  <a:pt x="2593193" y="1110987"/>
                  <a:pt x="2593193" y="1147315"/>
                </a:cubicBezTo>
                <a:close/>
                <a:moveTo>
                  <a:pt x="2389334" y="1121004"/>
                </a:moveTo>
                <a:lnTo>
                  <a:pt x="2389334" y="1620912"/>
                </a:lnTo>
                <a:cubicBezTo>
                  <a:pt x="2389334" y="1657240"/>
                  <a:pt x="2418784" y="1686690"/>
                  <a:pt x="2455112" y="1686690"/>
                </a:cubicBezTo>
                <a:lnTo>
                  <a:pt x="2455112" y="1686689"/>
                </a:lnTo>
                <a:cubicBezTo>
                  <a:pt x="2491440" y="1686689"/>
                  <a:pt x="2520890" y="1657239"/>
                  <a:pt x="2520890" y="1620911"/>
                </a:cubicBezTo>
                <a:lnTo>
                  <a:pt x="2520889" y="1121004"/>
                </a:lnTo>
                <a:cubicBezTo>
                  <a:pt x="2520889" y="1084676"/>
                  <a:pt x="2491440" y="1055227"/>
                  <a:pt x="2455112" y="1055226"/>
                </a:cubicBezTo>
                <a:cubicBezTo>
                  <a:pt x="2418784" y="1055227"/>
                  <a:pt x="2389334" y="1084676"/>
                  <a:pt x="2389334" y="1121004"/>
                </a:cubicBezTo>
                <a:close/>
                <a:moveTo>
                  <a:pt x="1314382" y="1247024"/>
                </a:moveTo>
                <a:cubicBezTo>
                  <a:pt x="1314381" y="1225915"/>
                  <a:pt x="1331494" y="1208803"/>
                  <a:pt x="1352603" y="1208803"/>
                </a:cubicBezTo>
                <a:lnTo>
                  <a:pt x="1410313" y="1208803"/>
                </a:lnTo>
                <a:lnTo>
                  <a:pt x="1410313" y="1146778"/>
                </a:lnTo>
                <a:cubicBezTo>
                  <a:pt x="1410313" y="1145599"/>
                  <a:pt x="1410393" y="1144438"/>
                  <a:pt x="1411688" y="1143457"/>
                </a:cubicBezTo>
                <a:lnTo>
                  <a:pt x="1408531" y="1133444"/>
                </a:lnTo>
                <a:cubicBezTo>
                  <a:pt x="1410371" y="1112415"/>
                  <a:pt x="1428909" y="1096860"/>
                  <a:pt x="1449938" y="1098699"/>
                </a:cubicBezTo>
                <a:lnTo>
                  <a:pt x="2236821" y="1167543"/>
                </a:lnTo>
                <a:cubicBezTo>
                  <a:pt x="2257849" y="1169383"/>
                  <a:pt x="2273405" y="1187920"/>
                  <a:pt x="2271565" y="1208950"/>
                </a:cubicBezTo>
                <a:cubicBezTo>
                  <a:pt x="2269725" y="1229978"/>
                  <a:pt x="2251187" y="1245533"/>
                  <a:pt x="2230159" y="1243693"/>
                </a:cubicBezTo>
                <a:cubicBezTo>
                  <a:pt x="1973864" y="1221271"/>
                  <a:pt x="1717570" y="1198849"/>
                  <a:pt x="1461275" y="1176426"/>
                </a:cubicBezTo>
                <a:lnTo>
                  <a:pt x="1461274" y="1208803"/>
                </a:lnTo>
                <a:lnTo>
                  <a:pt x="1518985" y="1208803"/>
                </a:lnTo>
                <a:cubicBezTo>
                  <a:pt x="1540095" y="1208802"/>
                  <a:pt x="1557205" y="1225915"/>
                  <a:pt x="1557206" y="1247025"/>
                </a:cubicBezTo>
                <a:lnTo>
                  <a:pt x="1557207" y="1247023"/>
                </a:lnTo>
                <a:cubicBezTo>
                  <a:pt x="1557207" y="1268132"/>
                  <a:pt x="1540095" y="1285244"/>
                  <a:pt x="1518986" y="1285244"/>
                </a:cubicBezTo>
                <a:cubicBezTo>
                  <a:pt x="1499749" y="1285244"/>
                  <a:pt x="1480511" y="1285243"/>
                  <a:pt x="1461275" y="1285244"/>
                </a:cubicBezTo>
                <a:lnTo>
                  <a:pt x="1461275" y="1337600"/>
                </a:lnTo>
                <a:lnTo>
                  <a:pt x="1518985" y="1337600"/>
                </a:lnTo>
                <a:cubicBezTo>
                  <a:pt x="1540095" y="1337600"/>
                  <a:pt x="1557206" y="1354713"/>
                  <a:pt x="1557206" y="1375821"/>
                </a:cubicBezTo>
                <a:lnTo>
                  <a:pt x="1557207" y="1375820"/>
                </a:lnTo>
                <a:cubicBezTo>
                  <a:pt x="1557206" y="1396928"/>
                  <a:pt x="1540095" y="1414041"/>
                  <a:pt x="1518986" y="1414041"/>
                </a:cubicBezTo>
                <a:cubicBezTo>
                  <a:pt x="1499750" y="1414041"/>
                  <a:pt x="1480511" y="1414041"/>
                  <a:pt x="1461275" y="1414042"/>
                </a:cubicBezTo>
                <a:lnTo>
                  <a:pt x="1461275" y="1466398"/>
                </a:lnTo>
                <a:lnTo>
                  <a:pt x="1518985" y="1466398"/>
                </a:lnTo>
                <a:cubicBezTo>
                  <a:pt x="1540095" y="1466398"/>
                  <a:pt x="1557206" y="1483509"/>
                  <a:pt x="1557206" y="1504618"/>
                </a:cubicBezTo>
                <a:lnTo>
                  <a:pt x="1557207" y="1504619"/>
                </a:lnTo>
                <a:cubicBezTo>
                  <a:pt x="1557207" y="1525727"/>
                  <a:pt x="1540094" y="1542838"/>
                  <a:pt x="1518986" y="1542839"/>
                </a:cubicBezTo>
                <a:cubicBezTo>
                  <a:pt x="1499749" y="1542839"/>
                  <a:pt x="1480511" y="1542838"/>
                  <a:pt x="1461275" y="1542839"/>
                </a:cubicBezTo>
                <a:lnTo>
                  <a:pt x="1461274" y="1575412"/>
                </a:lnTo>
                <a:lnTo>
                  <a:pt x="2226550" y="1494978"/>
                </a:lnTo>
                <a:cubicBezTo>
                  <a:pt x="2247542" y="1492772"/>
                  <a:pt x="2266350" y="1508001"/>
                  <a:pt x="2268556" y="1528995"/>
                </a:cubicBezTo>
                <a:cubicBezTo>
                  <a:pt x="2270763" y="1549988"/>
                  <a:pt x="2255534" y="1568794"/>
                  <a:pt x="2234542" y="1571000"/>
                </a:cubicBezTo>
                <a:cubicBezTo>
                  <a:pt x="1972686" y="1598522"/>
                  <a:pt x="1710833" y="1626046"/>
                  <a:pt x="1448978" y="1653567"/>
                </a:cubicBezTo>
                <a:cubicBezTo>
                  <a:pt x="1427984" y="1655774"/>
                  <a:pt x="1409178" y="1640544"/>
                  <a:pt x="1406971" y="1619551"/>
                </a:cubicBezTo>
                <a:cubicBezTo>
                  <a:pt x="1406474" y="1614827"/>
                  <a:pt x="1406862" y="1610214"/>
                  <a:pt x="1410805" y="1606610"/>
                </a:cubicBezTo>
                <a:lnTo>
                  <a:pt x="1410312" y="1605422"/>
                </a:lnTo>
                <a:lnTo>
                  <a:pt x="1410312" y="1542839"/>
                </a:lnTo>
                <a:lnTo>
                  <a:pt x="1352603" y="1542841"/>
                </a:lnTo>
                <a:cubicBezTo>
                  <a:pt x="1331494" y="1542841"/>
                  <a:pt x="1314382" y="1525729"/>
                  <a:pt x="1314382" y="1504619"/>
                </a:cubicBezTo>
                <a:cubicBezTo>
                  <a:pt x="1314382" y="1483510"/>
                  <a:pt x="1331493" y="1466397"/>
                  <a:pt x="1352603" y="1466398"/>
                </a:cubicBezTo>
                <a:lnTo>
                  <a:pt x="1410312" y="1466398"/>
                </a:lnTo>
                <a:lnTo>
                  <a:pt x="1410313" y="1414042"/>
                </a:lnTo>
                <a:lnTo>
                  <a:pt x="1352603" y="1414042"/>
                </a:lnTo>
                <a:cubicBezTo>
                  <a:pt x="1331494" y="1414041"/>
                  <a:pt x="1314383" y="1396930"/>
                  <a:pt x="1314382" y="1375820"/>
                </a:cubicBezTo>
                <a:cubicBezTo>
                  <a:pt x="1314383" y="1354713"/>
                  <a:pt x="1331494" y="1337600"/>
                  <a:pt x="1352603" y="1337601"/>
                </a:cubicBezTo>
                <a:lnTo>
                  <a:pt x="1410312" y="1337600"/>
                </a:lnTo>
                <a:lnTo>
                  <a:pt x="1410312" y="1285244"/>
                </a:lnTo>
                <a:lnTo>
                  <a:pt x="1352603" y="1285244"/>
                </a:lnTo>
                <a:cubicBezTo>
                  <a:pt x="1331494" y="1285244"/>
                  <a:pt x="1314381" y="1268133"/>
                  <a:pt x="1314382" y="1247024"/>
                </a:cubicBezTo>
                <a:close/>
                <a:moveTo>
                  <a:pt x="1171967" y="72000"/>
                </a:moveTo>
                <a:lnTo>
                  <a:pt x="1171967" y="288000"/>
                </a:lnTo>
                <a:cubicBezTo>
                  <a:pt x="1171967" y="327765"/>
                  <a:pt x="1204202" y="360000"/>
                  <a:pt x="1243967" y="360000"/>
                </a:cubicBezTo>
                <a:cubicBezTo>
                  <a:pt x="1283732" y="360000"/>
                  <a:pt x="1315967" y="327765"/>
                  <a:pt x="1315967" y="288000"/>
                </a:cubicBezTo>
                <a:lnTo>
                  <a:pt x="1315967" y="72000"/>
                </a:lnTo>
                <a:cubicBezTo>
                  <a:pt x="1315967" y="32235"/>
                  <a:pt x="1283732" y="0"/>
                  <a:pt x="1243967" y="0"/>
                </a:cubicBezTo>
                <a:cubicBezTo>
                  <a:pt x="1204202" y="0"/>
                  <a:pt x="1171967" y="32235"/>
                  <a:pt x="1171967" y="72000"/>
                </a:cubicBezTo>
                <a:close/>
                <a:moveTo>
                  <a:pt x="1171966" y="2470049"/>
                </a:moveTo>
                <a:lnTo>
                  <a:pt x="1171966" y="2686049"/>
                </a:lnTo>
                <a:cubicBezTo>
                  <a:pt x="1171966" y="2725814"/>
                  <a:pt x="1204201" y="2758049"/>
                  <a:pt x="1243966" y="2758049"/>
                </a:cubicBezTo>
                <a:cubicBezTo>
                  <a:pt x="1283731" y="2758049"/>
                  <a:pt x="1315966" y="2725814"/>
                  <a:pt x="1315966" y="2686049"/>
                </a:cubicBezTo>
                <a:lnTo>
                  <a:pt x="1315966" y="2470049"/>
                </a:lnTo>
                <a:cubicBezTo>
                  <a:pt x="1315966" y="2430284"/>
                  <a:pt x="1283731" y="2398049"/>
                  <a:pt x="1243966" y="2398049"/>
                </a:cubicBezTo>
                <a:cubicBezTo>
                  <a:pt x="1204201" y="2398049"/>
                  <a:pt x="1171966" y="2430284"/>
                  <a:pt x="1171966" y="2470049"/>
                </a:cubicBezTo>
                <a:close/>
                <a:moveTo>
                  <a:pt x="515345" y="1370958"/>
                </a:moveTo>
                <a:cubicBezTo>
                  <a:pt x="515344" y="1558300"/>
                  <a:pt x="586814" y="1745642"/>
                  <a:pt x="729750" y="1888579"/>
                </a:cubicBezTo>
                <a:cubicBezTo>
                  <a:pt x="1015625" y="2174454"/>
                  <a:pt x="1479119" y="2174454"/>
                  <a:pt x="1764994" y="1888580"/>
                </a:cubicBezTo>
                <a:lnTo>
                  <a:pt x="1940572" y="1713001"/>
                </a:lnTo>
                <a:lnTo>
                  <a:pt x="2136413" y="1713002"/>
                </a:lnTo>
                <a:cubicBezTo>
                  <a:pt x="2215124" y="1713001"/>
                  <a:pt x="2278929" y="1649195"/>
                  <a:pt x="2278929" y="1570486"/>
                </a:cubicBezTo>
                <a:lnTo>
                  <a:pt x="2278929" y="1374645"/>
                </a:lnTo>
                <a:lnTo>
                  <a:pt x="2282614" y="1370959"/>
                </a:lnTo>
                <a:lnTo>
                  <a:pt x="2278929" y="1367272"/>
                </a:lnTo>
                <a:lnTo>
                  <a:pt x="2278929" y="1171432"/>
                </a:lnTo>
                <a:cubicBezTo>
                  <a:pt x="2278929" y="1092722"/>
                  <a:pt x="2215123" y="1028916"/>
                  <a:pt x="2136413" y="1028916"/>
                </a:cubicBezTo>
                <a:lnTo>
                  <a:pt x="1940571" y="1028916"/>
                </a:lnTo>
                <a:cubicBezTo>
                  <a:pt x="1882045" y="970390"/>
                  <a:pt x="1823519" y="911862"/>
                  <a:pt x="1764993" y="853336"/>
                </a:cubicBezTo>
                <a:cubicBezTo>
                  <a:pt x="1479118" y="567461"/>
                  <a:pt x="1015625" y="567462"/>
                  <a:pt x="729750" y="853336"/>
                </a:cubicBezTo>
                <a:cubicBezTo>
                  <a:pt x="586813" y="996273"/>
                  <a:pt x="515344" y="1183616"/>
                  <a:pt x="515345" y="1370958"/>
                </a:cubicBezTo>
                <a:close/>
                <a:moveTo>
                  <a:pt x="388776" y="2386770"/>
                </a:moveTo>
                <a:cubicBezTo>
                  <a:pt x="388776" y="2405196"/>
                  <a:pt x="395805" y="2423622"/>
                  <a:pt x="409865" y="2437681"/>
                </a:cubicBezTo>
                <a:cubicBezTo>
                  <a:pt x="437983" y="2465800"/>
                  <a:pt x="483570" y="2465800"/>
                  <a:pt x="511688" y="2437681"/>
                </a:cubicBezTo>
                <a:lnTo>
                  <a:pt x="664423" y="2284946"/>
                </a:lnTo>
                <a:cubicBezTo>
                  <a:pt x="692541" y="2256828"/>
                  <a:pt x="692541" y="2211241"/>
                  <a:pt x="664423" y="2183123"/>
                </a:cubicBezTo>
                <a:cubicBezTo>
                  <a:pt x="636305" y="2155005"/>
                  <a:pt x="590718" y="2155005"/>
                  <a:pt x="562599" y="2183123"/>
                </a:cubicBezTo>
                <a:lnTo>
                  <a:pt x="409865" y="2335858"/>
                </a:lnTo>
                <a:cubicBezTo>
                  <a:pt x="395805" y="2349917"/>
                  <a:pt x="388776" y="2368343"/>
                  <a:pt x="388776" y="2386770"/>
                </a:cubicBezTo>
                <a:close/>
                <a:moveTo>
                  <a:pt x="388776" y="365689"/>
                </a:moveTo>
                <a:cubicBezTo>
                  <a:pt x="388776" y="384115"/>
                  <a:pt x="395805" y="402541"/>
                  <a:pt x="409865" y="416600"/>
                </a:cubicBezTo>
                <a:lnTo>
                  <a:pt x="562599" y="569335"/>
                </a:lnTo>
                <a:cubicBezTo>
                  <a:pt x="590718" y="597454"/>
                  <a:pt x="636305" y="597454"/>
                  <a:pt x="664423" y="569335"/>
                </a:cubicBezTo>
                <a:cubicBezTo>
                  <a:pt x="692541" y="541217"/>
                  <a:pt x="692541" y="495630"/>
                  <a:pt x="664423" y="467512"/>
                </a:cubicBezTo>
                <a:lnTo>
                  <a:pt x="511688" y="314777"/>
                </a:lnTo>
                <a:cubicBezTo>
                  <a:pt x="483570" y="286659"/>
                  <a:pt x="437983" y="286659"/>
                  <a:pt x="409865" y="314777"/>
                </a:cubicBezTo>
                <a:cubicBezTo>
                  <a:pt x="395805" y="328836"/>
                  <a:pt x="388776" y="347262"/>
                  <a:pt x="388776" y="365689"/>
                </a:cubicBezTo>
                <a:close/>
                <a:moveTo>
                  <a:pt x="0" y="1379024"/>
                </a:moveTo>
                <a:cubicBezTo>
                  <a:pt x="0" y="1418789"/>
                  <a:pt x="32235" y="1451024"/>
                  <a:pt x="72000" y="1451024"/>
                </a:cubicBezTo>
                <a:lnTo>
                  <a:pt x="288000" y="1451024"/>
                </a:lnTo>
                <a:cubicBezTo>
                  <a:pt x="327765" y="1451024"/>
                  <a:pt x="360000" y="1418789"/>
                  <a:pt x="360000" y="1379024"/>
                </a:cubicBezTo>
                <a:cubicBezTo>
                  <a:pt x="360000" y="1339259"/>
                  <a:pt x="327765" y="1307024"/>
                  <a:pt x="288000" y="1307024"/>
                </a:cubicBezTo>
                <a:lnTo>
                  <a:pt x="72000" y="1307024"/>
                </a:lnTo>
                <a:cubicBezTo>
                  <a:pt x="32235" y="1307024"/>
                  <a:pt x="0" y="1339259"/>
                  <a:pt x="0" y="1379024"/>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67" name="Right Triangle 17">
            <a:extLst>
              <a:ext uri="{FF2B5EF4-FFF2-40B4-BE49-F238E27FC236}">
                <a16:creationId xmlns:a16="http://schemas.microsoft.com/office/drawing/2014/main" id="{6ADCC979-BA1C-4251-B6F5-CE5AA2B72FD0}"/>
              </a:ext>
            </a:extLst>
          </p:cNvPr>
          <p:cNvSpPr/>
          <p:nvPr/>
        </p:nvSpPr>
        <p:spPr>
          <a:xfrm>
            <a:off x="9872415" y="2806712"/>
            <a:ext cx="385790" cy="546392"/>
          </a:xfrm>
          <a:custGeom>
            <a:avLst/>
            <a:gdLst/>
            <a:ahLst/>
            <a:cxnLst/>
            <a:rect l="l" t="t" r="r" b="b"/>
            <a:pathLst>
              <a:path w="2387678" h="3240000">
                <a:moveTo>
                  <a:pt x="1645041" y="17032"/>
                </a:moveTo>
                <a:lnTo>
                  <a:pt x="2376264" y="17032"/>
                </a:lnTo>
                <a:lnTo>
                  <a:pt x="2376264" y="17033"/>
                </a:lnTo>
                <a:lnTo>
                  <a:pt x="1645042" y="17033"/>
                </a:lnTo>
                <a:close/>
                <a:moveTo>
                  <a:pt x="0" y="17032"/>
                </a:moveTo>
                <a:lnTo>
                  <a:pt x="1379678" y="17032"/>
                </a:lnTo>
                <a:lnTo>
                  <a:pt x="1379678" y="996125"/>
                </a:lnTo>
                <a:lnTo>
                  <a:pt x="2376264" y="996125"/>
                </a:lnTo>
                <a:lnTo>
                  <a:pt x="2376264" y="3240000"/>
                </a:lnTo>
                <a:lnTo>
                  <a:pt x="0" y="3240000"/>
                </a:lnTo>
                <a:close/>
                <a:moveTo>
                  <a:pt x="1498869" y="0"/>
                </a:moveTo>
                <a:lnTo>
                  <a:pt x="2387678" y="888809"/>
                </a:lnTo>
                <a:lnTo>
                  <a:pt x="1498869" y="888809"/>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Tree>
    <p:extLst>
      <p:ext uri="{BB962C8B-B14F-4D97-AF65-F5344CB8AC3E}">
        <p14:creationId xmlns:p14="http://schemas.microsoft.com/office/powerpoint/2010/main" val="34231334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96B8EF9-6F20-4A2E-953B-51D397D365B5}"/>
              </a:ext>
            </a:extLst>
          </p:cNvPr>
          <p:cNvSpPr>
            <a:spLocks noGrp="1"/>
          </p:cNvSpPr>
          <p:nvPr>
            <p:ph type="body" sz="quarter" idx="10"/>
          </p:nvPr>
        </p:nvSpPr>
        <p:spPr/>
        <p:txBody>
          <a:bodyPr/>
          <a:lstStyle/>
          <a:p>
            <a:r>
              <a:rPr lang="en-US" dirty="0"/>
              <a:t>Question</a:t>
            </a:r>
            <a:endParaRPr lang="en-MY" dirty="0"/>
          </a:p>
        </p:txBody>
      </p:sp>
      <p:pic>
        <p:nvPicPr>
          <p:cNvPr id="4" name="Picture 3">
            <a:extLst>
              <a:ext uri="{FF2B5EF4-FFF2-40B4-BE49-F238E27FC236}">
                <a16:creationId xmlns:a16="http://schemas.microsoft.com/office/drawing/2014/main" id="{B8A3B4D2-B59A-4EA1-4BED-04F1D1D33B7F}"/>
              </a:ext>
            </a:extLst>
          </p:cNvPr>
          <p:cNvPicPr>
            <a:picLocks noChangeAspect="1"/>
          </p:cNvPicPr>
          <p:nvPr/>
        </p:nvPicPr>
        <p:blipFill>
          <a:blip r:embed="rId2"/>
          <a:stretch>
            <a:fillRect/>
          </a:stretch>
        </p:blipFill>
        <p:spPr>
          <a:xfrm>
            <a:off x="1" y="1259633"/>
            <a:ext cx="6640448" cy="3254083"/>
          </a:xfrm>
          <a:prstGeom prst="rect">
            <a:avLst/>
          </a:prstGeom>
          <a:ln>
            <a:noFill/>
          </a:ln>
          <a:effectLst>
            <a:outerShdw blurRad="190500" algn="tl" rotWithShape="0">
              <a:srgbClr val="000000">
                <a:alpha val="70000"/>
              </a:srgbClr>
            </a:outerShdw>
          </a:effectLst>
        </p:spPr>
      </p:pic>
      <p:pic>
        <p:nvPicPr>
          <p:cNvPr id="6" name="Picture 5">
            <a:extLst>
              <a:ext uri="{FF2B5EF4-FFF2-40B4-BE49-F238E27FC236}">
                <a16:creationId xmlns:a16="http://schemas.microsoft.com/office/drawing/2014/main" id="{6E8DD57F-C835-CCBD-BEC1-3E4215B0641F}"/>
              </a:ext>
            </a:extLst>
          </p:cNvPr>
          <p:cNvPicPr>
            <a:picLocks noChangeAspect="1"/>
          </p:cNvPicPr>
          <p:nvPr/>
        </p:nvPicPr>
        <p:blipFill>
          <a:blip r:embed="rId3"/>
          <a:stretch>
            <a:fillRect/>
          </a:stretch>
        </p:blipFill>
        <p:spPr>
          <a:xfrm>
            <a:off x="6257780" y="2845837"/>
            <a:ext cx="5934221" cy="4012164"/>
          </a:xfrm>
          <a:prstGeom prst="rect">
            <a:avLst/>
          </a:prstGeom>
          <a:ln>
            <a:noFill/>
          </a:ln>
          <a:effectLst>
            <a:outerShdw blurRad="190500" algn="tl" rotWithShape="0">
              <a:srgbClr val="000000">
                <a:alpha val="70000"/>
              </a:srgbClr>
            </a:outerShdw>
          </a:effectLst>
        </p:spPr>
      </p:pic>
      <p:grpSp>
        <p:nvGrpSpPr>
          <p:cNvPr id="119" name="Graphic 4">
            <a:extLst>
              <a:ext uri="{FF2B5EF4-FFF2-40B4-BE49-F238E27FC236}">
                <a16:creationId xmlns:a16="http://schemas.microsoft.com/office/drawing/2014/main" id="{E56A2244-86B0-477F-86F4-E30AD96E3205}"/>
              </a:ext>
            </a:extLst>
          </p:cNvPr>
          <p:cNvGrpSpPr/>
          <p:nvPr/>
        </p:nvGrpSpPr>
        <p:grpSpPr>
          <a:xfrm flipH="1">
            <a:off x="3507519" y="3967202"/>
            <a:ext cx="1703853" cy="2688796"/>
            <a:chOff x="8318182" y="919449"/>
            <a:chExt cx="3557757" cy="5450014"/>
          </a:xfrm>
        </p:grpSpPr>
        <p:sp>
          <p:nvSpPr>
            <p:cNvPr id="120" name="Freeform: Shape 6">
              <a:extLst>
                <a:ext uri="{FF2B5EF4-FFF2-40B4-BE49-F238E27FC236}">
                  <a16:creationId xmlns:a16="http://schemas.microsoft.com/office/drawing/2014/main" id="{D18E47C1-B22E-472F-B618-B2DA758D11B5}"/>
                </a:ext>
              </a:extLst>
            </p:cNvPr>
            <p:cNvSpPr/>
            <p:nvPr/>
          </p:nvSpPr>
          <p:spPr>
            <a:xfrm>
              <a:off x="8368311" y="1864882"/>
              <a:ext cx="2671755" cy="2701490"/>
            </a:xfrm>
            <a:custGeom>
              <a:avLst/>
              <a:gdLst>
                <a:gd name="connsiteX0" fmla="*/ 2671750 w 2671755"/>
                <a:gd name="connsiteY0" fmla="*/ 2220579 h 2701490"/>
                <a:gd name="connsiteX1" fmla="*/ 2391821 w 2671755"/>
                <a:gd name="connsiteY1" fmla="*/ 2027444 h 2701490"/>
                <a:gd name="connsiteX2" fmla="*/ 1756116 w 2671755"/>
                <a:gd name="connsiteY2" fmla="*/ 1949252 h 2701490"/>
                <a:gd name="connsiteX3" fmla="*/ 1485570 w 2671755"/>
                <a:gd name="connsiteY3" fmla="*/ 187576 h 2701490"/>
                <a:gd name="connsiteX4" fmla="*/ 1238482 w 2671755"/>
                <a:gd name="connsiteY4" fmla="*/ 2259 h 2701490"/>
                <a:gd name="connsiteX5" fmla="*/ 187576 w 2671755"/>
                <a:gd name="connsiteY5" fmla="*/ 28063 h 2701490"/>
                <a:gd name="connsiteX6" fmla="*/ 2259 w 2671755"/>
                <a:gd name="connsiteY6" fmla="*/ 275151 h 2701490"/>
                <a:gd name="connsiteX7" fmla="*/ 216507 w 2671755"/>
                <a:gd name="connsiteY7" fmla="*/ 1768627 h 2701490"/>
                <a:gd name="connsiteX8" fmla="*/ 220416 w 2671755"/>
                <a:gd name="connsiteY8" fmla="*/ 1850729 h 2701490"/>
                <a:gd name="connsiteX9" fmla="*/ 282188 w 2671755"/>
                <a:gd name="connsiteY9" fmla="*/ 2273750 h 2701490"/>
                <a:gd name="connsiteX10" fmla="*/ 580102 w 2671755"/>
                <a:gd name="connsiteY10" fmla="*/ 2543514 h 2701490"/>
                <a:gd name="connsiteX11" fmla="*/ 852212 w 2671755"/>
                <a:gd name="connsiteY11" fmla="*/ 2562281 h 2701490"/>
                <a:gd name="connsiteX12" fmla="*/ 1053948 w 2671755"/>
                <a:gd name="connsiteY12" fmla="*/ 2616233 h 2701490"/>
                <a:gd name="connsiteX13" fmla="*/ 1127449 w 2671755"/>
                <a:gd name="connsiteY13" fmla="*/ 2663149 h 2701490"/>
                <a:gd name="connsiteX14" fmla="*/ 1209551 w 2671755"/>
                <a:gd name="connsiteY14" fmla="*/ 2696771 h 2701490"/>
                <a:gd name="connsiteX15" fmla="*/ 1401905 w 2671755"/>
                <a:gd name="connsiteY15" fmla="*/ 2685043 h 2701490"/>
                <a:gd name="connsiteX16" fmla="*/ 2526312 w 2671755"/>
                <a:gd name="connsiteY16" fmla="*/ 2345687 h 2701490"/>
                <a:gd name="connsiteX17" fmla="*/ 2671750 w 2671755"/>
                <a:gd name="connsiteY17" fmla="*/ 2220579 h 2701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671755" h="2701490">
                  <a:moveTo>
                    <a:pt x="2671750" y="2220579"/>
                  </a:moveTo>
                  <a:cubicBezTo>
                    <a:pt x="2638909" y="2073578"/>
                    <a:pt x="2539605" y="1993821"/>
                    <a:pt x="2391821" y="2027444"/>
                  </a:cubicBezTo>
                  <a:cubicBezTo>
                    <a:pt x="2391821" y="2027444"/>
                    <a:pt x="1760808" y="1980529"/>
                    <a:pt x="1756116" y="1949252"/>
                  </a:cubicBezTo>
                  <a:lnTo>
                    <a:pt x="1485570" y="187576"/>
                  </a:lnTo>
                  <a:cubicBezTo>
                    <a:pt x="1468368" y="67941"/>
                    <a:pt x="1357335" y="-14943"/>
                    <a:pt x="1238482" y="2259"/>
                  </a:cubicBezTo>
                  <a:lnTo>
                    <a:pt x="187576" y="28063"/>
                  </a:lnTo>
                  <a:cubicBezTo>
                    <a:pt x="67941" y="45265"/>
                    <a:pt x="-14943" y="156299"/>
                    <a:pt x="2259" y="275151"/>
                  </a:cubicBezTo>
                  <a:lnTo>
                    <a:pt x="216507" y="1768627"/>
                  </a:lnTo>
                  <a:cubicBezTo>
                    <a:pt x="218071" y="1795994"/>
                    <a:pt x="218853" y="1823362"/>
                    <a:pt x="220416" y="1850729"/>
                  </a:cubicBezTo>
                  <a:cubicBezTo>
                    <a:pt x="225890" y="1993821"/>
                    <a:pt x="239965" y="2136132"/>
                    <a:pt x="282188" y="2273750"/>
                  </a:cubicBezTo>
                  <a:cubicBezTo>
                    <a:pt x="328322" y="2423880"/>
                    <a:pt x="423717" y="2516929"/>
                    <a:pt x="580102" y="2543514"/>
                  </a:cubicBezTo>
                  <a:cubicBezTo>
                    <a:pt x="670023" y="2559153"/>
                    <a:pt x="760726" y="2560717"/>
                    <a:pt x="852212" y="2562281"/>
                  </a:cubicBezTo>
                  <a:cubicBezTo>
                    <a:pt x="924149" y="2563063"/>
                    <a:pt x="992958" y="2575573"/>
                    <a:pt x="1053948" y="2616233"/>
                  </a:cubicBezTo>
                  <a:cubicBezTo>
                    <a:pt x="1078188" y="2632654"/>
                    <a:pt x="1103209" y="2646728"/>
                    <a:pt x="1127449" y="2663149"/>
                  </a:cubicBezTo>
                  <a:cubicBezTo>
                    <a:pt x="1152471" y="2680351"/>
                    <a:pt x="1179838" y="2691298"/>
                    <a:pt x="1209551" y="2696771"/>
                  </a:cubicBezTo>
                  <a:cubicBezTo>
                    <a:pt x="1274451" y="2708500"/>
                    <a:pt x="1337787" y="2695990"/>
                    <a:pt x="1401905" y="2685043"/>
                  </a:cubicBezTo>
                  <a:cubicBezTo>
                    <a:pt x="1424580" y="2674096"/>
                    <a:pt x="2526312" y="2345687"/>
                    <a:pt x="2526312" y="2345687"/>
                  </a:cubicBezTo>
                  <a:cubicBezTo>
                    <a:pt x="2674878" y="2312847"/>
                    <a:pt x="2671750" y="2220579"/>
                    <a:pt x="2671750" y="2220579"/>
                  </a:cubicBezTo>
                  <a:close/>
                </a:path>
              </a:pathLst>
            </a:custGeom>
            <a:solidFill>
              <a:srgbClr val="000101"/>
            </a:solidFill>
            <a:ln w="7808" cap="flat">
              <a:noFill/>
              <a:prstDash val="solid"/>
              <a:miter/>
            </a:ln>
          </p:spPr>
          <p:txBody>
            <a:bodyPr rtlCol="0" anchor="ctr"/>
            <a:lstStyle/>
            <a:p>
              <a:endParaRPr lang="en-US"/>
            </a:p>
          </p:txBody>
        </p:sp>
        <p:sp>
          <p:nvSpPr>
            <p:cNvPr id="121" name="Freeform: Shape 7">
              <a:extLst>
                <a:ext uri="{FF2B5EF4-FFF2-40B4-BE49-F238E27FC236}">
                  <a16:creationId xmlns:a16="http://schemas.microsoft.com/office/drawing/2014/main" id="{2A64D34B-9A4E-45BF-899C-DB3D48F715AF}"/>
                </a:ext>
              </a:extLst>
            </p:cNvPr>
            <p:cNvSpPr/>
            <p:nvPr/>
          </p:nvSpPr>
          <p:spPr>
            <a:xfrm>
              <a:off x="8956132" y="919399"/>
              <a:ext cx="704828" cy="1332448"/>
            </a:xfrm>
            <a:custGeom>
              <a:avLst/>
              <a:gdLst>
                <a:gd name="connsiteX0" fmla="*/ 637368 w 704828"/>
                <a:gd name="connsiteY0" fmla="*/ 121248 h 1332448"/>
                <a:gd name="connsiteX1" fmla="*/ 186980 w 704828"/>
                <a:gd name="connsiteY1" fmla="*/ 51657 h 1332448"/>
                <a:gd name="connsiteX2" fmla="*/ 48579 w 704828"/>
                <a:gd name="connsiteY2" fmla="*/ 289362 h 1332448"/>
                <a:gd name="connsiteX3" fmla="*/ 36068 w 704828"/>
                <a:gd name="connsiteY3" fmla="*/ 438709 h 1332448"/>
                <a:gd name="connsiteX4" fmla="*/ 6355 w 704828"/>
                <a:gd name="connsiteY4" fmla="*/ 467640 h 1332448"/>
                <a:gd name="connsiteX5" fmla="*/ 17302 w 704828"/>
                <a:gd name="connsiteY5" fmla="*/ 595094 h 1332448"/>
                <a:gd name="connsiteX6" fmla="*/ 79856 w 704828"/>
                <a:gd name="connsiteY6" fmla="*/ 696744 h 1332448"/>
                <a:gd name="connsiteX7" fmla="*/ 98622 w 704828"/>
                <a:gd name="connsiteY7" fmla="*/ 720984 h 1332448"/>
                <a:gd name="connsiteX8" fmla="*/ 104878 w 704828"/>
                <a:gd name="connsiteY8" fmla="*/ 817943 h 1332448"/>
                <a:gd name="connsiteX9" fmla="*/ 68127 w 704828"/>
                <a:gd name="connsiteY9" fmla="*/ 963381 h 1332448"/>
                <a:gd name="connsiteX10" fmla="*/ 11047 w 704828"/>
                <a:gd name="connsiteY10" fmla="*/ 1005605 h 1332448"/>
                <a:gd name="connsiteX11" fmla="*/ 11828 w 704828"/>
                <a:gd name="connsiteY11" fmla="*/ 1050174 h 1332448"/>
                <a:gd name="connsiteX12" fmla="*/ 455962 w 704828"/>
                <a:gd name="connsiteY12" fmla="*/ 1332449 h 1332448"/>
                <a:gd name="connsiteX13" fmla="*/ 563085 w 704828"/>
                <a:gd name="connsiteY13" fmla="*/ 1039227 h 1332448"/>
                <a:gd name="connsiteX14" fmla="*/ 526335 w 704828"/>
                <a:gd name="connsiteY14" fmla="*/ 1023589 h 1332448"/>
                <a:gd name="connsiteX15" fmla="*/ 549793 w 704828"/>
                <a:gd name="connsiteY15" fmla="*/ 953216 h 1332448"/>
                <a:gd name="connsiteX16" fmla="*/ 568559 w 704828"/>
                <a:gd name="connsiteY16" fmla="*/ 928976 h 1332448"/>
                <a:gd name="connsiteX17" fmla="*/ 649097 w 704828"/>
                <a:gd name="connsiteY17" fmla="*/ 767899 h 1332448"/>
                <a:gd name="connsiteX18" fmla="*/ 677246 w 704828"/>
                <a:gd name="connsiteY18" fmla="*/ 669377 h 1332448"/>
                <a:gd name="connsiteX19" fmla="*/ 694449 w 704828"/>
                <a:gd name="connsiteY19" fmla="*/ 366772 h 1332448"/>
                <a:gd name="connsiteX20" fmla="*/ 701486 w 704828"/>
                <a:gd name="connsiteY20" fmla="*/ 344878 h 1332448"/>
                <a:gd name="connsiteX21" fmla="*/ 637368 w 704828"/>
                <a:gd name="connsiteY21" fmla="*/ 121248 h 1332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04828" h="1332448">
                  <a:moveTo>
                    <a:pt x="637368" y="121248"/>
                  </a:moveTo>
                  <a:cubicBezTo>
                    <a:pt x="524771" y="-26536"/>
                    <a:pt x="312088" y="-25754"/>
                    <a:pt x="186980" y="51657"/>
                  </a:cubicBezTo>
                  <a:cubicBezTo>
                    <a:pt x="98622" y="106391"/>
                    <a:pt x="64217" y="191621"/>
                    <a:pt x="48579" y="289362"/>
                  </a:cubicBezTo>
                  <a:cubicBezTo>
                    <a:pt x="40760" y="338623"/>
                    <a:pt x="42324" y="388666"/>
                    <a:pt x="36068" y="438709"/>
                  </a:cubicBezTo>
                  <a:cubicBezTo>
                    <a:pt x="16520" y="437927"/>
                    <a:pt x="7919" y="448092"/>
                    <a:pt x="6355" y="467640"/>
                  </a:cubicBezTo>
                  <a:cubicBezTo>
                    <a:pt x="2445" y="510646"/>
                    <a:pt x="7137" y="553652"/>
                    <a:pt x="17302" y="595094"/>
                  </a:cubicBezTo>
                  <a:cubicBezTo>
                    <a:pt x="26685" y="634972"/>
                    <a:pt x="39978" y="674069"/>
                    <a:pt x="79856" y="696744"/>
                  </a:cubicBezTo>
                  <a:cubicBezTo>
                    <a:pt x="88457" y="701436"/>
                    <a:pt x="96276" y="710037"/>
                    <a:pt x="98622" y="720984"/>
                  </a:cubicBezTo>
                  <a:cubicBezTo>
                    <a:pt x="104096" y="753043"/>
                    <a:pt x="109569" y="785102"/>
                    <a:pt x="104878" y="817943"/>
                  </a:cubicBezTo>
                  <a:cubicBezTo>
                    <a:pt x="97840" y="867986"/>
                    <a:pt x="87675" y="916465"/>
                    <a:pt x="68127" y="963381"/>
                  </a:cubicBezTo>
                  <a:cubicBezTo>
                    <a:pt x="64999" y="970418"/>
                    <a:pt x="18084" y="1000131"/>
                    <a:pt x="11047" y="1005605"/>
                  </a:cubicBezTo>
                  <a:cubicBezTo>
                    <a:pt x="-3810" y="1016552"/>
                    <a:pt x="-3810" y="1039227"/>
                    <a:pt x="11828" y="1050174"/>
                  </a:cubicBezTo>
                  <a:cubicBezTo>
                    <a:pt x="124426" y="1128367"/>
                    <a:pt x="442669" y="1311337"/>
                    <a:pt x="455962" y="1332449"/>
                  </a:cubicBezTo>
                  <a:cubicBezTo>
                    <a:pt x="462217" y="1311337"/>
                    <a:pt x="550575" y="1039227"/>
                    <a:pt x="563085" y="1039227"/>
                  </a:cubicBezTo>
                  <a:cubicBezTo>
                    <a:pt x="556830" y="1034536"/>
                    <a:pt x="524771" y="1038445"/>
                    <a:pt x="526335" y="1023589"/>
                  </a:cubicBezTo>
                  <a:cubicBezTo>
                    <a:pt x="527899" y="997785"/>
                    <a:pt x="527899" y="972764"/>
                    <a:pt x="549793" y="953216"/>
                  </a:cubicBezTo>
                  <a:cubicBezTo>
                    <a:pt x="557612" y="946960"/>
                    <a:pt x="562303" y="936795"/>
                    <a:pt x="568559" y="928976"/>
                  </a:cubicBezTo>
                  <a:cubicBezTo>
                    <a:pt x="603745" y="879715"/>
                    <a:pt x="628767" y="824980"/>
                    <a:pt x="649097" y="767899"/>
                  </a:cubicBezTo>
                  <a:cubicBezTo>
                    <a:pt x="660826" y="735841"/>
                    <a:pt x="674901" y="704564"/>
                    <a:pt x="677246" y="669377"/>
                  </a:cubicBezTo>
                  <a:cubicBezTo>
                    <a:pt x="682720" y="568509"/>
                    <a:pt x="688975" y="467640"/>
                    <a:pt x="694449" y="366772"/>
                  </a:cubicBezTo>
                  <a:cubicBezTo>
                    <a:pt x="699140" y="360517"/>
                    <a:pt x="699922" y="352698"/>
                    <a:pt x="701486" y="344878"/>
                  </a:cubicBezTo>
                  <a:cubicBezTo>
                    <a:pt x="714779" y="259649"/>
                    <a:pt x="687411" y="187711"/>
                    <a:pt x="637368" y="121248"/>
                  </a:cubicBezTo>
                  <a:close/>
                </a:path>
              </a:pathLst>
            </a:custGeom>
            <a:solidFill>
              <a:srgbClr val="C49460"/>
            </a:solidFill>
            <a:ln w="7808" cap="flat">
              <a:noFill/>
              <a:prstDash val="solid"/>
              <a:miter/>
            </a:ln>
          </p:spPr>
          <p:txBody>
            <a:bodyPr rtlCol="0" anchor="ctr"/>
            <a:lstStyle/>
            <a:p>
              <a:endParaRPr lang="en-US"/>
            </a:p>
          </p:txBody>
        </p:sp>
        <p:sp>
          <p:nvSpPr>
            <p:cNvPr id="122" name="Freeform: Shape 8">
              <a:extLst>
                <a:ext uri="{FF2B5EF4-FFF2-40B4-BE49-F238E27FC236}">
                  <a16:creationId xmlns:a16="http://schemas.microsoft.com/office/drawing/2014/main" id="{27E745C3-458F-4AEF-B833-56BBECAAFF8B}"/>
                </a:ext>
              </a:extLst>
            </p:cNvPr>
            <p:cNvSpPr/>
            <p:nvPr/>
          </p:nvSpPr>
          <p:spPr>
            <a:xfrm>
              <a:off x="8317855" y="1900651"/>
              <a:ext cx="1897132" cy="2218898"/>
            </a:xfrm>
            <a:custGeom>
              <a:avLst/>
              <a:gdLst>
                <a:gd name="connsiteX0" fmla="*/ 1894930 w 1897132"/>
                <a:gd name="connsiteY0" fmla="*/ 968917 h 2218898"/>
                <a:gd name="connsiteX1" fmla="*/ 1703358 w 1897132"/>
                <a:gd name="connsiteY1" fmla="*/ 455193 h 2218898"/>
                <a:gd name="connsiteX2" fmla="*/ 1625166 w 1897132"/>
                <a:gd name="connsiteY2" fmla="*/ 362144 h 2218898"/>
                <a:gd name="connsiteX3" fmla="*/ 1236549 w 1897132"/>
                <a:gd name="connsiteY3" fmla="*/ 172136 h 2218898"/>
                <a:gd name="connsiteX4" fmla="*/ 1220911 w 1897132"/>
                <a:gd name="connsiteY4" fmla="*/ 152588 h 2218898"/>
                <a:gd name="connsiteX5" fmla="*/ 1213091 w 1897132"/>
                <a:gd name="connsiteY5" fmla="*/ 69704 h 2218898"/>
                <a:gd name="connsiteX6" fmla="*/ 1199799 w 1897132"/>
                <a:gd name="connsiteY6" fmla="*/ 56411 h 2218898"/>
                <a:gd name="connsiteX7" fmla="*/ 1181032 w 1897132"/>
                <a:gd name="connsiteY7" fmla="*/ 55630 h 2218898"/>
                <a:gd name="connsiteX8" fmla="*/ 1159138 w 1897132"/>
                <a:gd name="connsiteY8" fmla="*/ 73614 h 2218898"/>
                <a:gd name="connsiteX9" fmla="*/ 1092675 w 1897132"/>
                <a:gd name="connsiteY9" fmla="*/ 349633 h 2218898"/>
                <a:gd name="connsiteX10" fmla="*/ 952710 w 1897132"/>
                <a:gd name="connsiteY10" fmla="*/ 126785 h 2218898"/>
                <a:gd name="connsiteX11" fmla="*/ 646196 w 1897132"/>
                <a:gd name="connsiteY11" fmla="*/ 7150 h 2218898"/>
                <a:gd name="connsiteX12" fmla="*/ 579732 w 1897132"/>
                <a:gd name="connsiteY12" fmla="*/ 7150 h 2218898"/>
                <a:gd name="connsiteX13" fmla="*/ 560966 w 1897132"/>
                <a:gd name="connsiteY13" fmla="*/ 74396 h 2218898"/>
                <a:gd name="connsiteX14" fmla="*/ 542982 w 1897132"/>
                <a:gd name="connsiteY14" fmla="*/ 97853 h 2218898"/>
                <a:gd name="connsiteX15" fmla="*/ 121524 w 1897132"/>
                <a:gd name="connsiteY15" fmla="*/ 367617 h 2218898"/>
                <a:gd name="connsiteX16" fmla="*/ 1108 w 1897132"/>
                <a:gd name="connsiteY16" fmla="*/ 756234 h 2218898"/>
                <a:gd name="connsiteX17" fmla="*/ 15183 w 1897132"/>
                <a:gd name="connsiteY17" fmla="*/ 1043200 h 2218898"/>
                <a:gd name="connsiteX18" fmla="*/ 43332 w 1897132"/>
                <a:gd name="connsiteY18" fmla="*/ 1065876 h 2218898"/>
                <a:gd name="connsiteX19" fmla="*/ 545328 w 1897132"/>
                <a:gd name="connsiteY19" fmla="*/ 972045 h 2218898"/>
                <a:gd name="connsiteX20" fmla="*/ 453842 w 1897132"/>
                <a:gd name="connsiteY20" fmla="*/ 1750842 h 2218898"/>
                <a:gd name="connsiteX21" fmla="*/ 457752 w 1897132"/>
                <a:gd name="connsiteY21" fmla="*/ 1857184 h 2218898"/>
                <a:gd name="connsiteX22" fmla="*/ 553147 w 1897132"/>
                <a:gd name="connsiteY22" fmla="*/ 2203576 h 2218898"/>
                <a:gd name="connsiteX23" fmla="*/ 573477 w 1897132"/>
                <a:gd name="connsiteY23" fmla="*/ 2217651 h 2218898"/>
                <a:gd name="connsiteX24" fmla="*/ 605536 w 1897132"/>
                <a:gd name="connsiteY24" fmla="*/ 2075341 h 2218898"/>
                <a:gd name="connsiteX25" fmla="*/ 836986 w 1897132"/>
                <a:gd name="connsiteY25" fmla="*/ 1801667 h 2218898"/>
                <a:gd name="connsiteX26" fmla="*/ 836204 w 1897132"/>
                <a:gd name="connsiteY26" fmla="*/ 1801667 h 2218898"/>
                <a:gd name="connsiteX27" fmla="*/ 1803444 w 1897132"/>
                <a:gd name="connsiteY27" fmla="*/ 1706272 h 2218898"/>
                <a:gd name="connsiteX28" fmla="*/ 1656443 w 1897132"/>
                <a:gd name="connsiteY28" fmla="*/ 1072132 h 2218898"/>
                <a:gd name="connsiteX29" fmla="*/ 1671299 w 1897132"/>
                <a:gd name="connsiteY29" fmla="*/ 1048674 h 2218898"/>
                <a:gd name="connsiteX30" fmla="*/ 1879291 w 1897132"/>
                <a:gd name="connsiteY30" fmla="*/ 997849 h 2218898"/>
                <a:gd name="connsiteX31" fmla="*/ 1894930 w 1897132"/>
                <a:gd name="connsiteY31" fmla="*/ 968917 h 2218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7132" h="2218898">
                  <a:moveTo>
                    <a:pt x="1894930" y="968917"/>
                  </a:moveTo>
                  <a:cubicBezTo>
                    <a:pt x="1890238" y="954061"/>
                    <a:pt x="1779205" y="605322"/>
                    <a:pt x="1703358" y="455193"/>
                  </a:cubicBezTo>
                  <a:cubicBezTo>
                    <a:pt x="1684592" y="418443"/>
                    <a:pt x="1669735" y="382474"/>
                    <a:pt x="1625166" y="362144"/>
                  </a:cubicBezTo>
                  <a:cubicBezTo>
                    <a:pt x="1493802" y="301936"/>
                    <a:pt x="1365567" y="236254"/>
                    <a:pt x="1236549" y="172136"/>
                  </a:cubicBezTo>
                  <a:cubicBezTo>
                    <a:pt x="1227948" y="168227"/>
                    <a:pt x="1221692" y="163535"/>
                    <a:pt x="1220911" y="152588"/>
                  </a:cubicBezTo>
                  <a:cubicBezTo>
                    <a:pt x="1218565" y="125221"/>
                    <a:pt x="1214655" y="97071"/>
                    <a:pt x="1213091" y="69704"/>
                  </a:cubicBezTo>
                  <a:cubicBezTo>
                    <a:pt x="1212309" y="60321"/>
                    <a:pt x="1209964" y="55630"/>
                    <a:pt x="1199799" y="56411"/>
                  </a:cubicBezTo>
                  <a:cubicBezTo>
                    <a:pt x="1193543" y="56411"/>
                    <a:pt x="1187288" y="55630"/>
                    <a:pt x="1181032" y="55630"/>
                  </a:cubicBezTo>
                  <a:cubicBezTo>
                    <a:pt x="1168522" y="55630"/>
                    <a:pt x="1159138" y="57975"/>
                    <a:pt x="1159138" y="73614"/>
                  </a:cubicBezTo>
                  <a:cubicBezTo>
                    <a:pt x="1158357" y="151024"/>
                    <a:pt x="1098930" y="328521"/>
                    <a:pt x="1092675" y="349633"/>
                  </a:cubicBezTo>
                  <a:cubicBezTo>
                    <a:pt x="1076255" y="323830"/>
                    <a:pt x="983987" y="177610"/>
                    <a:pt x="952710" y="126785"/>
                  </a:cubicBezTo>
                  <a:cubicBezTo>
                    <a:pt x="947237" y="117402"/>
                    <a:pt x="653233" y="6368"/>
                    <a:pt x="646196" y="7150"/>
                  </a:cubicBezTo>
                  <a:cubicBezTo>
                    <a:pt x="623520" y="9496"/>
                    <a:pt x="595371" y="-10052"/>
                    <a:pt x="579732" y="7150"/>
                  </a:cubicBezTo>
                  <a:cubicBezTo>
                    <a:pt x="565658" y="22789"/>
                    <a:pt x="565658" y="50938"/>
                    <a:pt x="560966" y="74396"/>
                  </a:cubicBezTo>
                  <a:cubicBezTo>
                    <a:pt x="558620" y="85343"/>
                    <a:pt x="552365" y="92380"/>
                    <a:pt x="542982" y="97853"/>
                  </a:cubicBezTo>
                  <a:cubicBezTo>
                    <a:pt x="430385" y="159625"/>
                    <a:pt x="150456" y="330085"/>
                    <a:pt x="121524" y="367617"/>
                  </a:cubicBezTo>
                  <a:cubicBezTo>
                    <a:pt x="50369" y="459885"/>
                    <a:pt x="18310" y="625653"/>
                    <a:pt x="1108" y="756234"/>
                  </a:cubicBezTo>
                  <a:cubicBezTo>
                    <a:pt x="-4365" y="809405"/>
                    <a:pt x="12055" y="1000194"/>
                    <a:pt x="15183" y="1043200"/>
                  </a:cubicBezTo>
                  <a:cubicBezTo>
                    <a:pt x="16747" y="1063530"/>
                    <a:pt x="24566" y="1069786"/>
                    <a:pt x="43332" y="1065876"/>
                  </a:cubicBezTo>
                  <a:cubicBezTo>
                    <a:pt x="36295" y="1051019"/>
                    <a:pt x="484338" y="981428"/>
                    <a:pt x="545328" y="972045"/>
                  </a:cubicBezTo>
                  <a:cubicBezTo>
                    <a:pt x="560966" y="969699"/>
                    <a:pt x="467135" y="1753970"/>
                    <a:pt x="453842" y="1750842"/>
                  </a:cubicBezTo>
                  <a:cubicBezTo>
                    <a:pt x="454624" y="1786029"/>
                    <a:pt x="454624" y="1821997"/>
                    <a:pt x="457752" y="1857184"/>
                  </a:cubicBezTo>
                  <a:cubicBezTo>
                    <a:pt x="467135" y="1979164"/>
                    <a:pt x="482774" y="2098798"/>
                    <a:pt x="553147" y="2203576"/>
                  </a:cubicBezTo>
                  <a:cubicBezTo>
                    <a:pt x="559402" y="2212959"/>
                    <a:pt x="572695" y="2222343"/>
                    <a:pt x="573477" y="2217651"/>
                  </a:cubicBezTo>
                  <a:cubicBezTo>
                    <a:pt x="572695" y="2167608"/>
                    <a:pt x="585988" y="2120692"/>
                    <a:pt x="605536" y="2075341"/>
                  </a:cubicBezTo>
                  <a:cubicBezTo>
                    <a:pt x="656361" y="1961962"/>
                    <a:pt x="742373" y="1878296"/>
                    <a:pt x="836986" y="1801667"/>
                  </a:cubicBezTo>
                  <a:cubicBezTo>
                    <a:pt x="836986" y="1801667"/>
                    <a:pt x="836204" y="1801667"/>
                    <a:pt x="836204" y="1801667"/>
                  </a:cubicBezTo>
                  <a:cubicBezTo>
                    <a:pt x="945673" y="1781337"/>
                    <a:pt x="1807354" y="1721911"/>
                    <a:pt x="1803444" y="1706272"/>
                  </a:cubicBezTo>
                  <a:cubicBezTo>
                    <a:pt x="1775295" y="1578037"/>
                    <a:pt x="1684592" y="1201149"/>
                    <a:pt x="1656443" y="1072132"/>
                  </a:cubicBezTo>
                  <a:cubicBezTo>
                    <a:pt x="1653315" y="1057275"/>
                    <a:pt x="1656443" y="1052583"/>
                    <a:pt x="1671299" y="1048674"/>
                  </a:cubicBezTo>
                  <a:cubicBezTo>
                    <a:pt x="1740890" y="1032253"/>
                    <a:pt x="1809700" y="1015051"/>
                    <a:pt x="1879291" y="997849"/>
                  </a:cubicBezTo>
                  <a:cubicBezTo>
                    <a:pt x="1899621" y="995503"/>
                    <a:pt x="1898839" y="982992"/>
                    <a:pt x="1894930" y="968917"/>
                  </a:cubicBezTo>
                  <a:close/>
                </a:path>
              </a:pathLst>
            </a:custGeom>
            <a:solidFill>
              <a:srgbClr val="FCFB4A"/>
            </a:solidFill>
            <a:ln w="7808" cap="flat">
              <a:noFill/>
              <a:prstDash val="solid"/>
              <a:miter/>
            </a:ln>
          </p:spPr>
          <p:txBody>
            <a:bodyPr rtlCol="0" anchor="ctr"/>
            <a:lstStyle/>
            <a:p>
              <a:endParaRPr lang="en-US"/>
            </a:p>
          </p:txBody>
        </p:sp>
        <p:sp>
          <p:nvSpPr>
            <p:cNvPr id="123" name="Freeform: Shape 9">
              <a:extLst>
                <a:ext uri="{FF2B5EF4-FFF2-40B4-BE49-F238E27FC236}">
                  <a16:creationId xmlns:a16="http://schemas.microsoft.com/office/drawing/2014/main" id="{C6A164BF-E713-4971-B3DF-1C0694DD5FC7}"/>
                </a:ext>
              </a:extLst>
            </p:cNvPr>
            <p:cNvSpPr/>
            <p:nvPr/>
          </p:nvSpPr>
          <p:spPr>
            <a:xfrm>
              <a:off x="8762749" y="4219170"/>
              <a:ext cx="1943085" cy="2062839"/>
            </a:xfrm>
            <a:custGeom>
              <a:avLst/>
              <a:gdLst>
                <a:gd name="connsiteX0" fmla="*/ 1907462 w 1943085"/>
                <a:gd name="connsiteY0" fmla="*/ 1491130 h 2062839"/>
                <a:gd name="connsiteX1" fmla="*/ 1884004 w 1943085"/>
                <a:gd name="connsiteY1" fmla="*/ 1471582 h 2062839"/>
                <a:gd name="connsiteX2" fmla="*/ 1878531 w 1943085"/>
                <a:gd name="connsiteY2" fmla="*/ 1437959 h 2062839"/>
                <a:gd name="connsiteX3" fmla="*/ 1821450 w 1943085"/>
                <a:gd name="connsiteY3" fmla="*/ 1380097 h 2062839"/>
                <a:gd name="connsiteX4" fmla="*/ 1545431 w 1943085"/>
                <a:gd name="connsiteY4" fmla="*/ 1334745 h 2062839"/>
                <a:gd name="connsiteX5" fmla="*/ 1200602 w 1943085"/>
                <a:gd name="connsiteY5" fmla="*/ 1280792 h 2062839"/>
                <a:gd name="connsiteX6" fmla="*/ 1108335 w 1943085"/>
                <a:gd name="connsiteY6" fmla="*/ 1261244 h 2062839"/>
                <a:gd name="connsiteX7" fmla="*/ 1109117 w 1943085"/>
                <a:gd name="connsiteY7" fmla="*/ 1254989 h 2062839"/>
                <a:gd name="connsiteX8" fmla="*/ 1173234 w 1943085"/>
                <a:gd name="connsiteY8" fmla="*/ 1245606 h 2062839"/>
                <a:gd name="connsiteX9" fmla="*/ 1184181 w 1943085"/>
                <a:gd name="connsiteY9" fmla="*/ 1249515 h 2062839"/>
                <a:gd name="connsiteX10" fmla="*/ 1203730 w 1943085"/>
                <a:gd name="connsiteY10" fmla="*/ 1264372 h 2062839"/>
                <a:gd name="connsiteX11" fmla="*/ 1355423 w 1943085"/>
                <a:gd name="connsiteY11" fmla="*/ 1259680 h 2062839"/>
                <a:gd name="connsiteX12" fmla="*/ 1382790 w 1943085"/>
                <a:gd name="connsiteY12" fmla="*/ 1222930 h 2062839"/>
                <a:gd name="connsiteX13" fmla="*/ 1389828 w 1943085"/>
                <a:gd name="connsiteY13" fmla="*/ 1169759 h 2062839"/>
                <a:gd name="connsiteX14" fmla="*/ 1361678 w 1943085"/>
                <a:gd name="connsiteY14" fmla="*/ 1109551 h 2062839"/>
                <a:gd name="connsiteX15" fmla="*/ 1338221 w 1943085"/>
                <a:gd name="connsiteY15" fmla="*/ 1070455 h 2062839"/>
                <a:gd name="connsiteX16" fmla="*/ 1335875 w 1943085"/>
                <a:gd name="connsiteY16" fmla="*/ 1041524 h 2062839"/>
                <a:gd name="connsiteX17" fmla="*/ 1303816 w 1943085"/>
                <a:gd name="connsiteY17" fmla="*/ 1029795 h 2062839"/>
                <a:gd name="connsiteX18" fmla="*/ 1224060 w 1943085"/>
                <a:gd name="connsiteY18" fmla="*/ 1075146 h 2062839"/>
                <a:gd name="connsiteX19" fmla="*/ 1055164 w 1943085"/>
                <a:gd name="connsiteY19" fmla="*/ 1167413 h 2062839"/>
                <a:gd name="connsiteX20" fmla="*/ 1017631 w 1943085"/>
                <a:gd name="connsiteY20" fmla="*/ 1143956 h 2062839"/>
                <a:gd name="connsiteX21" fmla="*/ 1011376 w 1943085"/>
                <a:gd name="connsiteY21" fmla="*/ 0 h 2062839"/>
                <a:gd name="connsiteX22" fmla="*/ 816677 w 1943085"/>
                <a:gd name="connsiteY22" fmla="*/ 0 h 2062839"/>
                <a:gd name="connsiteX23" fmla="*/ 814331 w 1943085"/>
                <a:gd name="connsiteY23" fmla="*/ 1155684 h 2062839"/>
                <a:gd name="connsiteX24" fmla="*/ 803384 w 1943085"/>
                <a:gd name="connsiteY24" fmla="*/ 1169759 h 2062839"/>
                <a:gd name="connsiteX25" fmla="*/ 662638 w 1943085"/>
                <a:gd name="connsiteY25" fmla="*/ 1156467 h 2062839"/>
                <a:gd name="connsiteX26" fmla="*/ 356123 w 1943085"/>
                <a:gd name="connsiteY26" fmla="*/ 1056380 h 2062839"/>
                <a:gd name="connsiteX27" fmla="*/ 291223 w 1943085"/>
                <a:gd name="connsiteY27" fmla="*/ 1079056 h 2062839"/>
                <a:gd name="connsiteX28" fmla="*/ 286532 w 1943085"/>
                <a:gd name="connsiteY28" fmla="*/ 1102514 h 2062839"/>
                <a:gd name="connsiteX29" fmla="*/ 285750 w 1943085"/>
                <a:gd name="connsiteY29" fmla="*/ 1211983 h 2062839"/>
                <a:gd name="connsiteX30" fmla="*/ 303734 w 1943085"/>
                <a:gd name="connsiteY30" fmla="*/ 1263590 h 2062839"/>
                <a:gd name="connsiteX31" fmla="*/ 313899 w 1943085"/>
                <a:gd name="connsiteY31" fmla="*/ 1287048 h 2062839"/>
                <a:gd name="connsiteX32" fmla="*/ 342049 w 1943085"/>
                <a:gd name="connsiteY32" fmla="*/ 1344129 h 2062839"/>
                <a:gd name="connsiteX33" fmla="*/ 351432 w 1943085"/>
                <a:gd name="connsiteY33" fmla="*/ 1362113 h 2062839"/>
                <a:gd name="connsiteX34" fmla="*/ 336575 w 1943085"/>
                <a:gd name="connsiteY34" fmla="*/ 1372278 h 2062839"/>
                <a:gd name="connsiteX35" fmla="*/ 65247 w 1943085"/>
                <a:gd name="connsiteY35" fmla="*/ 1437959 h 2062839"/>
                <a:gd name="connsiteX36" fmla="*/ 348 w 1943085"/>
                <a:gd name="connsiteY36" fmla="*/ 1513024 h 2062839"/>
                <a:gd name="connsiteX37" fmla="*/ 348 w 1943085"/>
                <a:gd name="connsiteY37" fmla="*/ 1624839 h 2062839"/>
                <a:gd name="connsiteX38" fmla="*/ 21459 w 1943085"/>
                <a:gd name="connsiteY38" fmla="*/ 1677228 h 2062839"/>
                <a:gd name="connsiteX39" fmla="*/ 53518 w 1943085"/>
                <a:gd name="connsiteY39" fmla="*/ 1735091 h 2062839"/>
                <a:gd name="connsiteX40" fmla="*/ 68375 w 1943085"/>
                <a:gd name="connsiteY40" fmla="*/ 1749947 h 2062839"/>
                <a:gd name="connsiteX41" fmla="*/ 192701 w 1943085"/>
                <a:gd name="connsiteY41" fmla="*/ 1731181 h 2062839"/>
                <a:gd name="connsiteX42" fmla="*/ 234143 w 1943085"/>
                <a:gd name="connsiteY42" fmla="*/ 1630313 h 2062839"/>
                <a:gd name="connsiteX43" fmla="*/ 201302 w 1943085"/>
                <a:gd name="connsiteY43" fmla="*/ 1574796 h 2062839"/>
                <a:gd name="connsiteX44" fmla="*/ 191919 w 1943085"/>
                <a:gd name="connsiteY44" fmla="*/ 1548992 h 2062839"/>
                <a:gd name="connsiteX45" fmla="*/ 213813 w 1943085"/>
                <a:gd name="connsiteY45" fmla="*/ 1538046 h 2062839"/>
                <a:gd name="connsiteX46" fmla="*/ 491396 w 1943085"/>
                <a:gd name="connsiteY46" fmla="*/ 1492694 h 2062839"/>
                <a:gd name="connsiteX47" fmla="*/ 678276 w 1943085"/>
                <a:gd name="connsiteY47" fmla="*/ 1459853 h 2062839"/>
                <a:gd name="connsiteX48" fmla="*/ 819023 w 1943085"/>
                <a:gd name="connsiteY48" fmla="*/ 1446560 h 2062839"/>
                <a:gd name="connsiteX49" fmla="*/ 882358 w 1943085"/>
                <a:gd name="connsiteY49" fmla="*/ 1495822 h 2062839"/>
                <a:gd name="connsiteX50" fmla="*/ 954296 w 1943085"/>
                <a:gd name="connsiteY50" fmla="*/ 1720234 h 2062839"/>
                <a:gd name="connsiteX51" fmla="*/ 964461 w 1943085"/>
                <a:gd name="connsiteY51" fmla="*/ 1858635 h 2062839"/>
                <a:gd name="connsiteX52" fmla="*/ 958987 w 1943085"/>
                <a:gd name="connsiteY52" fmla="*/ 1930572 h 2062839"/>
                <a:gd name="connsiteX53" fmla="*/ 1091914 w 1943085"/>
                <a:gd name="connsiteY53" fmla="*/ 2062717 h 2062839"/>
                <a:gd name="connsiteX54" fmla="*/ 1237352 w 1943085"/>
                <a:gd name="connsiteY54" fmla="*/ 1946992 h 2062839"/>
                <a:gd name="connsiteX55" fmla="*/ 1227969 w 1943085"/>
                <a:gd name="connsiteY55" fmla="*/ 1888348 h 2062839"/>
                <a:gd name="connsiteX56" fmla="*/ 1144303 w 1943085"/>
                <a:gd name="connsiteY56" fmla="*/ 1796863 h 2062839"/>
                <a:gd name="connsiteX57" fmla="*/ 1130229 w 1943085"/>
                <a:gd name="connsiteY57" fmla="*/ 1779660 h 2062839"/>
                <a:gd name="connsiteX58" fmla="*/ 1042653 w 1943085"/>
                <a:gd name="connsiteY58" fmla="*/ 1467673 h 2062839"/>
                <a:gd name="connsiteX59" fmla="*/ 1073148 w 1943085"/>
                <a:gd name="connsiteY59" fmla="*/ 1430140 h 2062839"/>
                <a:gd name="connsiteX60" fmla="*/ 1090351 w 1943085"/>
                <a:gd name="connsiteY60" fmla="*/ 1431704 h 2062839"/>
                <a:gd name="connsiteX61" fmla="*/ 1293651 w 1943085"/>
                <a:gd name="connsiteY61" fmla="*/ 1452816 h 2062839"/>
                <a:gd name="connsiteX62" fmla="*/ 1704943 w 1943085"/>
                <a:gd name="connsiteY62" fmla="*/ 1485657 h 2062839"/>
                <a:gd name="connsiteX63" fmla="*/ 1746385 w 1943085"/>
                <a:gd name="connsiteY63" fmla="*/ 1548211 h 2062839"/>
                <a:gd name="connsiteX64" fmla="*/ 1747949 w 1943085"/>
                <a:gd name="connsiteY64" fmla="*/ 1595126 h 2062839"/>
                <a:gd name="connsiteX65" fmla="*/ 1771407 w 1943085"/>
                <a:gd name="connsiteY65" fmla="*/ 1645169 h 2062839"/>
                <a:gd name="connsiteX66" fmla="*/ 1792519 w 1943085"/>
                <a:gd name="connsiteY66" fmla="*/ 1664718 h 2062839"/>
                <a:gd name="connsiteX67" fmla="*/ 1878531 w 1943085"/>
                <a:gd name="connsiteY67" fmla="*/ 1672537 h 2062839"/>
                <a:gd name="connsiteX68" fmla="*/ 1916845 w 1943085"/>
                <a:gd name="connsiteY68" fmla="*/ 1652989 h 2062839"/>
                <a:gd name="connsiteX69" fmla="*/ 1937957 w 1943085"/>
                <a:gd name="connsiteY69" fmla="*/ 1520843 h 2062839"/>
                <a:gd name="connsiteX70" fmla="*/ 1907462 w 1943085"/>
                <a:gd name="connsiteY70" fmla="*/ 1491130 h 20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1943085" h="2062839">
                  <a:moveTo>
                    <a:pt x="1907462" y="1491130"/>
                  </a:moveTo>
                  <a:cubicBezTo>
                    <a:pt x="1894169" y="1492694"/>
                    <a:pt x="1886350" y="1484093"/>
                    <a:pt x="1884004" y="1471582"/>
                  </a:cubicBezTo>
                  <a:cubicBezTo>
                    <a:pt x="1882440" y="1460635"/>
                    <a:pt x="1880876" y="1448906"/>
                    <a:pt x="1878531" y="1437959"/>
                  </a:cubicBezTo>
                  <a:cubicBezTo>
                    <a:pt x="1872275" y="1400427"/>
                    <a:pt x="1857418" y="1386352"/>
                    <a:pt x="1821450" y="1380097"/>
                  </a:cubicBezTo>
                  <a:cubicBezTo>
                    <a:pt x="1729183" y="1365240"/>
                    <a:pt x="1637698" y="1349602"/>
                    <a:pt x="1545431" y="1334745"/>
                  </a:cubicBezTo>
                  <a:cubicBezTo>
                    <a:pt x="1430488" y="1316761"/>
                    <a:pt x="1315545" y="1299559"/>
                    <a:pt x="1200602" y="1280792"/>
                  </a:cubicBezTo>
                  <a:cubicBezTo>
                    <a:pt x="1170107" y="1275319"/>
                    <a:pt x="1141176" y="1258117"/>
                    <a:pt x="1108335" y="1261244"/>
                  </a:cubicBezTo>
                  <a:cubicBezTo>
                    <a:pt x="1109117" y="1259680"/>
                    <a:pt x="1109117" y="1256553"/>
                    <a:pt x="1109117" y="1254989"/>
                  </a:cubicBezTo>
                  <a:cubicBezTo>
                    <a:pt x="1130229" y="1251861"/>
                    <a:pt x="1152123" y="1247951"/>
                    <a:pt x="1173234" y="1245606"/>
                  </a:cubicBezTo>
                  <a:cubicBezTo>
                    <a:pt x="1177144" y="1244824"/>
                    <a:pt x="1183399" y="1240914"/>
                    <a:pt x="1184181" y="1249515"/>
                  </a:cubicBezTo>
                  <a:cubicBezTo>
                    <a:pt x="1184963" y="1262026"/>
                    <a:pt x="1195910" y="1261244"/>
                    <a:pt x="1203730" y="1264372"/>
                  </a:cubicBezTo>
                  <a:cubicBezTo>
                    <a:pt x="1254555" y="1283138"/>
                    <a:pt x="1305380" y="1271409"/>
                    <a:pt x="1355423" y="1259680"/>
                  </a:cubicBezTo>
                  <a:cubicBezTo>
                    <a:pt x="1373407" y="1255771"/>
                    <a:pt x="1379663" y="1240132"/>
                    <a:pt x="1382790" y="1222930"/>
                  </a:cubicBezTo>
                  <a:cubicBezTo>
                    <a:pt x="1385918" y="1205728"/>
                    <a:pt x="1387482" y="1187744"/>
                    <a:pt x="1389828" y="1169759"/>
                  </a:cubicBezTo>
                  <a:cubicBezTo>
                    <a:pt x="1394519" y="1139264"/>
                    <a:pt x="1389046" y="1125190"/>
                    <a:pt x="1361678" y="1109551"/>
                  </a:cubicBezTo>
                  <a:cubicBezTo>
                    <a:pt x="1346040" y="1100950"/>
                    <a:pt x="1338221" y="1088439"/>
                    <a:pt x="1338221" y="1070455"/>
                  </a:cubicBezTo>
                  <a:cubicBezTo>
                    <a:pt x="1338221" y="1061072"/>
                    <a:pt x="1338221" y="1050907"/>
                    <a:pt x="1335875" y="1041524"/>
                  </a:cubicBezTo>
                  <a:cubicBezTo>
                    <a:pt x="1331183" y="1022757"/>
                    <a:pt x="1320236" y="1020412"/>
                    <a:pt x="1303816" y="1029795"/>
                  </a:cubicBezTo>
                  <a:cubicBezTo>
                    <a:pt x="1277230" y="1045433"/>
                    <a:pt x="1251427" y="1061072"/>
                    <a:pt x="1224060" y="1075146"/>
                  </a:cubicBezTo>
                  <a:cubicBezTo>
                    <a:pt x="1167761" y="1105642"/>
                    <a:pt x="1115372" y="1142392"/>
                    <a:pt x="1055164" y="1167413"/>
                  </a:cubicBezTo>
                  <a:cubicBezTo>
                    <a:pt x="1029360" y="1178360"/>
                    <a:pt x="1019195" y="1170541"/>
                    <a:pt x="1017631" y="1143956"/>
                  </a:cubicBezTo>
                  <a:cubicBezTo>
                    <a:pt x="1016068" y="1085311"/>
                    <a:pt x="1013722" y="58644"/>
                    <a:pt x="1011376" y="0"/>
                  </a:cubicBezTo>
                  <a:lnTo>
                    <a:pt x="816677" y="0"/>
                  </a:lnTo>
                  <a:cubicBezTo>
                    <a:pt x="815895" y="62554"/>
                    <a:pt x="815113" y="1093130"/>
                    <a:pt x="814331" y="1155684"/>
                  </a:cubicBezTo>
                  <a:cubicBezTo>
                    <a:pt x="814331" y="1162722"/>
                    <a:pt x="815113" y="1170541"/>
                    <a:pt x="803384" y="1169759"/>
                  </a:cubicBezTo>
                  <a:cubicBezTo>
                    <a:pt x="756469" y="1166632"/>
                    <a:pt x="708771" y="1171323"/>
                    <a:pt x="662638" y="1156467"/>
                  </a:cubicBezTo>
                  <a:cubicBezTo>
                    <a:pt x="560988" y="1122062"/>
                    <a:pt x="458555" y="1088439"/>
                    <a:pt x="356123" y="1056380"/>
                  </a:cubicBezTo>
                  <a:cubicBezTo>
                    <a:pt x="315463" y="1043088"/>
                    <a:pt x="309208" y="1046997"/>
                    <a:pt x="291223" y="1079056"/>
                  </a:cubicBezTo>
                  <a:cubicBezTo>
                    <a:pt x="286532" y="1086875"/>
                    <a:pt x="286532" y="1093913"/>
                    <a:pt x="286532" y="1102514"/>
                  </a:cubicBezTo>
                  <a:cubicBezTo>
                    <a:pt x="286532" y="1139264"/>
                    <a:pt x="287314" y="1175233"/>
                    <a:pt x="285750" y="1211983"/>
                  </a:cubicBezTo>
                  <a:cubicBezTo>
                    <a:pt x="284968" y="1231531"/>
                    <a:pt x="286532" y="1250298"/>
                    <a:pt x="303734" y="1263590"/>
                  </a:cubicBezTo>
                  <a:cubicBezTo>
                    <a:pt x="310772" y="1269063"/>
                    <a:pt x="316245" y="1278447"/>
                    <a:pt x="313899" y="1287048"/>
                  </a:cubicBezTo>
                  <a:cubicBezTo>
                    <a:pt x="306862" y="1315197"/>
                    <a:pt x="320937" y="1330836"/>
                    <a:pt x="342049" y="1344129"/>
                  </a:cubicBezTo>
                  <a:cubicBezTo>
                    <a:pt x="349086" y="1348038"/>
                    <a:pt x="352996" y="1354293"/>
                    <a:pt x="351432" y="1362113"/>
                  </a:cubicBezTo>
                  <a:cubicBezTo>
                    <a:pt x="350650" y="1370714"/>
                    <a:pt x="342830" y="1370714"/>
                    <a:pt x="336575" y="1372278"/>
                  </a:cubicBezTo>
                  <a:cubicBezTo>
                    <a:pt x="246654" y="1395735"/>
                    <a:pt x="156732" y="1421539"/>
                    <a:pt x="65247" y="1437959"/>
                  </a:cubicBezTo>
                  <a:cubicBezTo>
                    <a:pt x="24587" y="1444997"/>
                    <a:pt x="348" y="1478619"/>
                    <a:pt x="348" y="1513024"/>
                  </a:cubicBezTo>
                  <a:cubicBezTo>
                    <a:pt x="348" y="1550556"/>
                    <a:pt x="-434" y="1587307"/>
                    <a:pt x="348" y="1624839"/>
                  </a:cubicBezTo>
                  <a:cubicBezTo>
                    <a:pt x="348" y="1645169"/>
                    <a:pt x="7385" y="1662371"/>
                    <a:pt x="21459" y="1677228"/>
                  </a:cubicBezTo>
                  <a:cubicBezTo>
                    <a:pt x="37098" y="1692867"/>
                    <a:pt x="53518" y="1710069"/>
                    <a:pt x="53518" y="1735091"/>
                  </a:cubicBezTo>
                  <a:cubicBezTo>
                    <a:pt x="53518" y="1742910"/>
                    <a:pt x="62120" y="1746037"/>
                    <a:pt x="68375" y="1749947"/>
                  </a:cubicBezTo>
                  <a:cubicBezTo>
                    <a:pt x="100434" y="1771841"/>
                    <a:pt x="158296" y="1763240"/>
                    <a:pt x="192701" y="1731181"/>
                  </a:cubicBezTo>
                  <a:cubicBezTo>
                    <a:pt x="222414" y="1703814"/>
                    <a:pt x="230233" y="1666281"/>
                    <a:pt x="234143" y="1630313"/>
                  </a:cubicBezTo>
                  <a:cubicBezTo>
                    <a:pt x="236489" y="1607637"/>
                    <a:pt x="219286" y="1588871"/>
                    <a:pt x="201302" y="1574796"/>
                  </a:cubicBezTo>
                  <a:cubicBezTo>
                    <a:pt x="193483" y="1568540"/>
                    <a:pt x="189573" y="1559158"/>
                    <a:pt x="191919" y="1548992"/>
                  </a:cubicBezTo>
                  <a:cubicBezTo>
                    <a:pt x="195047" y="1537264"/>
                    <a:pt x="205994" y="1539610"/>
                    <a:pt x="213813" y="1538046"/>
                  </a:cubicBezTo>
                  <a:cubicBezTo>
                    <a:pt x="306080" y="1523189"/>
                    <a:pt x="399911" y="1516934"/>
                    <a:pt x="491396" y="1492694"/>
                  </a:cubicBezTo>
                  <a:cubicBezTo>
                    <a:pt x="552386" y="1476273"/>
                    <a:pt x="616504" y="1470018"/>
                    <a:pt x="678276" y="1459853"/>
                  </a:cubicBezTo>
                  <a:cubicBezTo>
                    <a:pt x="725192" y="1452034"/>
                    <a:pt x="771325" y="1440305"/>
                    <a:pt x="819023" y="1446560"/>
                  </a:cubicBezTo>
                  <a:cubicBezTo>
                    <a:pt x="848736" y="1451252"/>
                    <a:pt x="871412" y="1462199"/>
                    <a:pt x="882358" y="1495822"/>
                  </a:cubicBezTo>
                  <a:cubicBezTo>
                    <a:pt x="908162" y="1570104"/>
                    <a:pt x="931620" y="1645169"/>
                    <a:pt x="954296" y="1720234"/>
                  </a:cubicBezTo>
                  <a:cubicBezTo>
                    <a:pt x="968370" y="1766368"/>
                    <a:pt x="980099" y="1810937"/>
                    <a:pt x="964461" y="1858635"/>
                  </a:cubicBezTo>
                  <a:cubicBezTo>
                    <a:pt x="957423" y="1881310"/>
                    <a:pt x="957423" y="1906332"/>
                    <a:pt x="958987" y="1930572"/>
                  </a:cubicBezTo>
                  <a:cubicBezTo>
                    <a:pt x="962897" y="1997036"/>
                    <a:pt x="1024669" y="2058807"/>
                    <a:pt x="1091914" y="2062717"/>
                  </a:cubicBezTo>
                  <a:cubicBezTo>
                    <a:pt x="1154468" y="2065845"/>
                    <a:pt x="1227187" y="2008764"/>
                    <a:pt x="1237352" y="1946992"/>
                  </a:cubicBezTo>
                  <a:cubicBezTo>
                    <a:pt x="1241262" y="1926662"/>
                    <a:pt x="1237352" y="1907114"/>
                    <a:pt x="1227969" y="1888348"/>
                  </a:cubicBezTo>
                  <a:cubicBezTo>
                    <a:pt x="1209203" y="1849252"/>
                    <a:pt x="1177144" y="1821884"/>
                    <a:pt x="1144303" y="1796863"/>
                  </a:cubicBezTo>
                  <a:cubicBezTo>
                    <a:pt x="1137266" y="1791389"/>
                    <a:pt x="1132574" y="1787479"/>
                    <a:pt x="1130229" y="1779660"/>
                  </a:cubicBezTo>
                  <a:cubicBezTo>
                    <a:pt x="1098170" y="1676446"/>
                    <a:pt x="1063765" y="1574014"/>
                    <a:pt x="1042653" y="1467673"/>
                  </a:cubicBezTo>
                  <a:cubicBezTo>
                    <a:pt x="1035616" y="1434832"/>
                    <a:pt x="1039525" y="1430140"/>
                    <a:pt x="1073148" y="1430140"/>
                  </a:cubicBezTo>
                  <a:cubicBezTo>
                    <a:pt x="1078622" y="1430140"/>
                    <a:pt x="1084095" y="1430922"/>
                    <a:pt x="1090351" y="1431704"/>
                  </a:cubicBezTo>
                  <a:cubicBezTo>
                    <a:pt x="1158378" y="1438741"/>
                    <a:pt x="1225624" y="1447342"/>
                    <a:pt x="1293651" y="1452816"/>
                  </a:cubicBezTo>
                  <a:cubicBezTo>
                    <a:pt x="1430488" y="1463763"/>
                    <a:pt x="1568106" y="1472364"/>
                    <a:pt x="1704943" y="1485657"/>
                  </a:cubicBezTo>
                  <a:cubicBezTo>
                    <a:pt x="1762024" y="1491130"/>
                    <a:pt x="1762024" y="1491130"/>
                    <a:pt x="1746385" y="1548211"/>
                  </a:cubicBezTo>
                  <a:cubicBezTo>
                    <a:pt x="1741694" y="1563849"/>
                    <a:pt x="1737002" y="1581052"/>
                    <a:pt x="1747949" y="1595126"/>
                  </a:cubicBezTo>
                  <a:cubicBezTo>
                    <a:pt x="1759678" y="1609983"/>
                    <a:pt x="1767497" y="1626403"/>
                    <a:pt x="1771407" y="1645169"/>
                  </a:cubicBezTo>
                  <a:cubicBezTo>
                    <a:pt x="1773753" y="1656898"/>
                    <a:pt x="1780790" y="1661590"/>
                    <a:pt x="1792519" y="1664718"/>
                  </a:cubicBezTo>
                  <a:cubicBezTo>
                    <a:pt x="1820668" y="1670973"/>
                    <a:pt x="1849599" y="1670191"/>
                    <a:pt x="1878531" y="1672537"/>
                  </a:cubicBezTo>
                  <a:cubicBezTo>
                    <a:pt x="1898079" y="1674100"/>
                    <a:pt x="1908244" y="1665499"/>
                    <a:pt x="1916845" y="1652989"/>
                  </a:cubicBezTo>
                  <a:cubicBezTo>
                    <a:pt x="1944212" y="1612329"/>
                    <a:pt x="1948122" y="1566977"/>
                    <a:pt x="1937957" y="1520843"/>
                  </a:cubicBezTo>
                  <a:cubicBezTo>
                    <a:pt x="1937175" y="1504423"/>
                    <a:pt x="1928574" y="1488785"/>
                    <a:pt x="1907462" y="1491130"/>
                  </a:cubicBezTo>
                  <a:close/>
                </a:path>
              </a:pathLst>
            </a:custGeom>
            <a:solidFill>
              <a:srgbClr val="000000"/>
            </a:solidFill>
            <a:ln w="7808" cap="flat">
              <a:noFill/>
              <a:prstDash val="solid"/>
              <a:miter/>
            </a:ln>
          </p:spPr>
          <p:txBody>
            <a:bodyPr rtlCol="0" anchor="ctr"/>
            <a:lstStyle/>
            <a:p>
              <a:endParaRPr lang="en-US"/>
            </a:p>
          </p:txBody>
        </p:sp>
        <p:sp>
          <p:nvSpPr>
            <p:cNvPr id="124" name="Freeform: Shape 10">
              <a:extLst>
                <a:ext uri="{FF2B5EF4-FFF2-40B4-BE49-F238E27FC236}">
                  <a16:creationId xmlns:a16="http://schemas.microsoft.com/office/drawing/2014/main" id="{F28B9A4B-0D66-48A0-B289-A870871D9249}"/>
                </a:ext>
              </a:extLst>
            </p:cNvPr>
            <p:cNvSpPr/>
            <p:nvPr/>
          </p:nvSpPr>
          <p:spPr>
            <a:xfrm>
              <a:off x="8891300" y="3556880"/>
              <a:ext cx="2723485" cy="2268548"/>
            </a:xfrm>
            <a:custGeom>
              <a:avLst/>
              <a:gdLst>
                <a:gd name="connsiteX0" fmla="*/ 2323913 w 2723485"/>
                <a:gd name="connsiteY0" fmla="*/ 180625 h 2268548"/>
                <a:gd name="connsiteX1" fmla="*/ 2609315 w 2723485"/>
                <a:gd name="connsiteY1" fmla="*/ 362813 h 2268548"/>
                <a:gd name="connsiteX2" fmla="*/ 2721130 w 2723485"/>
                <a:gd name="connsiteY2" fmla="*/ 698259 h 2268548"/>
                <a:gd name="connsiteX3" fmla="*/ 2581166 w 2723485"/>
                <a:gd name="connsiteY3" fmla="*/ 2227703 h 2268548"/>
                <a:gd name="connsiteX4" fmla="*/ 2538160 w 2723485"/>
                <a:gd name="connsiteY4" fmla="*/ 2231613 h 2268548"/>
                <a:gd name="connsiteX5" fmla="*/ 1925913 w 2723485"/>
                <a:gd name="connsiteY5" fmla="*/ 2268363 h 2268548"/>
                <a:gd name="connsiteX6" fmla="*/ 1883689 w 2723485"/>
                <a:gd name="connsiteY6" fmla="*/ 2248815 h 2268548"/>
                <a:gd name="connsiteX7" fmla="*/ 1789858 w 2723485"/>
                <a:gd name="connsiteY7" fmla="*/ 1972014 h 2268548"/>
                <a:gd name="connsiteX8" fmla="*/ 1701501 w 2723485"/>
                <a:gd name="connsiteY8" fmla="*/ 1803118 h 2268548"/>
                <a:gd name="connsiteX9" fmla="*/ 1379348 w 2723485"/>
                <a:gd name="connsiteY9" fmla="*/ 1356639 h 2268548"/>
                <a:gd name="connsiteX10" fmla="*/ 1256586 w 2723485"/>
                <a:gd name="connsiteY10" fmla="*/ 1059508 h 2268548"/>
                <a:gd name="connsiteX11" fmla="*/ 1232346 w 2723485"/>
                <a:gd name="connsiteY11" fmla="*/ 1018848 h 2268548"/>
                <a:gd name="connsiteX12" fmla="*/ 588040 w 2723485"/>
                <a:gd name="connsiteY12" fmla="*/ 789744 h 2268548"/>
                <a:gd name="connsiteX13" fmla="*/ 25054 w 2723485"/>
                <a:gd name="connsiteY13" fmla="*/ 659163 h 2268548"/>
                <a:gd name="connsiteX14" fmla="*/ 5506 w 2723485"/>
                <a:gd name="connsiteY14" fmla="*/ 637269 h 2268548"/>
                <a:gd name="connsiteX15" fmla="*/ 33 w 2723485"/>
                <a:gd name="connsiteY15" fmla="*/ 558294 h 2268548"/>
                <a:gd name="connsiteX16" fmla="*/ 32092 w 2723485"/>
                <a:gd name="connsiteY16" fmla="*/ 415984 h 2268548"/>
                <a:gd name="connsiteX17" fmla="*/ 263541 w 2723485"/>
                <a:gd name="connsiteY17" fmla="*/ 142310 h 2268548"/>
                <a:gd name="connsiteX18" fmla="*/ 1183085 w 2723485"/>
                <a:gd name="connsiteY18" fmla="*/ 0 h 2268548"/>
                <a:gd name="connsiteX19" fmla="*/ 2323913 w 2723485"/>
                <a:gd name="connsiteY19" fmla="*/ 180625 h 2268548"/>
                <a:gd name="connsiteX20" fmla="*/ 2148762 w 2723485"/>
                <a:gd name="connsiteY20" fmla="*/ 1605291 h 2268548"/>
                <a:gd name="connsiteX21" fmla="*/ 2080734 w 2723485"/>
                <a:gd name="connsiteY21" fmla="*/ 921107 h 2268548"/>
                <a:gd name="connsiteX22" fmla="*/ 1854758 w 2723485"/>
                <a:gd name="connsiteY22" fmla="*/ 906251 h 2268548"/>
                <a:gd name="connsiteX23" fmla="*/ 1843811 w 2723485"/>
                <a:gd name="connsiteY23" fmla="*/ 927363 h 2268548"/>
                <a:gd name="connsiteX24" fmla="*/ 2148762 w 2723485"/>
                <a:gd name="connsiteY24" fmla="*/ 1605291 h 2268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723485" h="2268548">
                  <a:moveTo>
                    <a:pt x="2323913" y="180625"/>
                  </a:moveTo>
                  <a:cubicBezTo>
                    <a:pt x="2429473" y="225976"/>
                    <a:pt x="2527995" y="279929"/>
                    <a:pt x="2609315" y="362813"/>
                  </a:cubicBezTo>
                  <a:cubicBezTo>
                    <a:pt x="2701582" y="456644"/>
                    <a:pt x="2732859" y="570023"/>
                    <a:pt x="2721130" y="698259"/>
                  </a:cubicBezTo>
                  <a:cubicBezTo>
                    <a:pt x="2709402" y="818675"/>
                    <a:pt x="2586640" y="2166713"/>
                    <a:pt x="2581166" y="2227703"/>
                  </a:cubicBezTo>
                  <a:cubicBezTo>
                    <a:pt x="2566309" y="2225358"/>
                    <a:pt x="2552235" y="2230831"/>
                    <a:pt x="2538160" y="2231613"/>
                  </a:cubicBezTo>
                  <a:cubicBezTo>
                    <a:pt x="2488117" y="2233959"/>
                    <a:pt x="1953281" y="2271491"/>
                    <a:pt x="1925913" y="2268363"/>
                  </a:cubicBezTo>
                  <a:cubicBezTo>
                    <a:pt x="1909493" y="2266800"/>
                    <a:pt x="1889945" y="2266017"/>
                    <a:pt x="1883689" y="2248815"/>
                  </a:cubicBezTo>
                  <a:cubicBezTo>
                    <a:pt x="1872742" y="2222230"/>
                    <a:pt x="1803151" y="1978269"/>
                    <a:pt x="1789858" y="1972014"/>
                  </a:cubicBezTo>
                  <a:cubicBezTo>
                    <a:pt x="1767182" y="1911806"/>
                    <a:pt x="1736687" y="1856289"/>
                    <a:pt x="1701501" y="1803118"/>
                  </a:cubicBezTo>
                  <a:cubicBezTo>
                    <a:pt x="1599851" y="1649861"/>
                    <a:pt x="1490381" y="1502859"/>
                    <a:pt x="1379348" y="1356639"/>
                  </a:cubicBezTo>
                  <a:cubicBezTo>
                    <a:pt x="1312102" y="1268282"/>
                    <a:pt x="1285517" y="1163504"/>
                    <a:pt x="1256586" y="1059508"/>
                  </a:cubicBezTo>
                  <a:cubicBezTo>
                    <a:pt x="1261277" y="1049343"/>
                    <a:pt x="1244857" y="1018848"/>
                    <a:pt x="1232346" y="1018848"/>
                  </a:cubicBezTo>
                  <a:cubicBezTo>
                    <a:pt x="1208888" y="1018848"/>
                    <a:pt x="651376" y="806946"/>
                    <a:pt x="588040" y="789744"/>
                  </a:cubicBezTo>
                  <a:cubicBezTo>
                    <a:pt x="554417" y="780361"/>
                    <a:pt x="75879" y="669327"/>
                    <a:pt x="25054" y="659163"/>
                  </a:cubicBezTo>
                  <a:cubicBezTo>
                    <a:pt x="10980" y="656035"/>
                    <a:pt x="6288" y="650561"/>
                    <a:pt x="5506" y="637269"/>
                  </a:cubicBezTo>
                  <a:cubicBezTo>
                    <a:pt x="5506" y="627886"/>
                    <a:pt x="10980" y="574715"/>
                    <a:pt x="33" y="558294"/>
                  </a:cubicBezTo>
                  <a:cubicBezTo>
                    <a:pt x="-749" y="508251"/>
                    <a:pt x="12544" y="461335"/>
                    <a:pt x="32092" y="415984"/>
                  </a:cubicBezTo>
                  <a:cubicBezTo>
                    <a:pt x="82917" y="302605"/>
                    <a:pt x="168928" y="218939"/>
                    <a:pt x="263541" y="142310"/>
                  </a:cubicBezTo>
                  <a:cubicBezTo>
                    <a:pt x="268233" y="140746"/>
                    <a:pt x="1126004" y="782"/>
                    <a:pt x="1183085" y="0"/>
                  </a:cubicBezTo>
                  <a:cubicBezTo>
                    <a:pt x="1199505" y="1564"/>
                    <a:pt x="2058840" y="105560"/>
                    <a:pt x="2323913" y="180625"/>
                  </a:cubicBezTo>
                  <a:close/>
                  <a:moveTo>
                    <a:pt x="2148762" y="1605291"/>
                  </a:moveTo>
                  <a:cubicBezTo>
                    <a:pt x="2146416" y="1552120"/>
                    <a:pt x="2085426" y="945347"/>
                    <a:pt x="2080734" y="921107"/>
                  </a:cubicBezTo>
                  <a:cubicBezTo>
                    <a:pt x="2077606" y="903123"/>
                    <a:pt x="1861795" y="905469"/>
                    <a:pt x="1854758" y="906251"/>
                  </a:cubicBezTo>
                  <a:cubicBezTo>
                    <a:pt x="1839119" y="907032"/>
                    <a:pt x="1835210" y="914070"/>
                    <a:pt x="1843811" y="927363"/>
                  </a:cubicBezTo>
                  <a:cubicBezTo>
                    <a:pt x="1856322" y="943783"/>
                    <a:pt x="2129214" y="1561503"/>
                    <a:pt x="2148762" y="1605291"/>
                  </a:cubicBezTo>
                  <a:close/>
                </a:path>
              </a:pathLst>
            </a:custGeom>
            <a:solidFill>
              <a:srgbClr val="120202"/>
            </a:solidFill>
            <a:ln w="7808" cap="flat">
              <a:noFill/>
              <a:prstDash val="solid"/>
              <a:miter/>
            </a:ln>
          </p:spPr>
          <p:txBody>
            <a:bodyPr rtlCol="0" anchor="ctr"/>
            <a:lstStyle/>
            <a:p>
              <a:endParaRPr lang="en-US"/>
            </a:p>
          </p:txBody>
        </p:sp>
        <p:sp>
          <p:nvSpPr>
            <p:cNvPr id="125" name="Freeform: Shape 11">
              <a:extLst>
                <a:ext uri="{FF2B5EF4-FFF2-40B4-BE49-F238E27FC236}">
                  <a16:creationId xmlns:a16="http://schemas.microsoft.com/office/drawing/2014/main" id="{A0D126DC-59C8-4E88-9764-CF53B3EF5299}"/>
                </a:ext>
              </a:extLst>
            </p:cNvPr>
            <p:cNvSpPr/>
            <p:nvPr/>
          </p:nvSpPr>
          <p:spPr>
            <a:xfrm>
              <a:off x="9401051" y="2781103"/>
              <a:ext cx="2340403" cy="1070675"/>
            </a:xfrm>
            <a:custGeom>
              <a:avLst/>
              <a:gdLst>
                <a:gd name="connsiteX0" fmla="*/ 1795395 w 2340403"/>
                <a:gd name="connsiteY0" fmla="*/ 996280 h 1070675"/>
                <a:gd name="connsiteX1" fmla="*/ 1771155 w 2340403"/>
                <a:gd name="connsiteY1" fmla="*/ 1015046 h 1070675"/>
                <a:gd name="connsiteX2" fmla="*/ 729632 w 2340403"/>
                <a:gd name="connsiteY2" fmla="*/ 1069781 h 1070675"/>
                <a:gd name="connsiteX3" fmla="*/ 577938 w 2340403"/>
                <a:gd name="connsiteY3" fmla="*/ 1051014 h 1070675"/>
                <a:gd name="connsiteX4" fmla="*/ 24336 w 2340403"/>
                <a:gd name="connsiteY4" fmla="*/ 950928 h 1070675"/>
                <a:gd name="connsiteX5" fmla="*/ 878 w 2340403"/>
                <a:gd name="connsiteY5" fmla="*/ 921215 h 1070675"/>
                <a:gd name="connsiteX6" fmla="*/ 878 w 2340403"/>
                <a:gd name="connsiteY6" fmla="*/ 906358 h 1070675"/>
                <a:gd name="connsiteX7" fmla="*/ 572465 w 2340403"/>
                <a:gd name="connsiteY7" fmla="*/ 880555 h 1070675"/>
                <a:gd name="connsiteX8" fmla="*/ 721812 w 2340403"/>
                <a:gd name="connsiteY8" fmla="*/ 886028 h 1070675"/>
                <a:gd name="connsiteX9" fmla="*/ 1229282 w 2340403"/>
                <a:gd name="connsiteY9" fmla="*/ 37640 h 1070675"/>
                <a:gd name="connsiteX10" fmla="*/ 1248830 w 2340403"/>
                <a:gd name="connsiteY10" fmla="*/ 25911 h 1070675"/>
                <a:gd name="connsiteX11" fmla="*/ 2323194 w 2340403"/>
                <a:gd name="connsiteY11" fmla="*/ 890 h 1070675"/>
                <a:gd name="connsiteX12" fmla="*/ 2340396 w 2340403"/>
                <a:gd name="connsiteY12" fmla="*/ 3235 h 1070675"/>
                <a:gd name="connsiteX13" fmla="*/ 1795395 w 2340403"/>
                <a:gd name="connsiteY13" fmla="*/ 996280 h 1070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40403" h="1070675">
                  <a:moveTo>
                    <a:pt x="1795395" y="996280"/>
                  </a:moveTo>
                  <a:cubicBezTo>
                    <a:pt x="1790703" y="1009572"/>
                    <a:pt x="1785230" y="1015046"/>
                    <a:pt x="1771155" y="1015046"/>
                  </a:cubicBezTo>
                  <a:cubicBezTo>
                    <a:pt x="1679670" y="1018955"/>
                    <a:pt x="804696" y="1062743"/>
                    <a:pt x="729632" y="1069781"/>
                  </a:cubicBezTo>
                  <a:cubicBezTo>
                    <a:pt x="677243" y="1074472"/>
                    <a:pt x="627982" y="1059616"/>
                    <a:pt x="577938" y="1051014"/>
                  </a:cubicBezTo>
                  <a:cubicBezTo>
                    <a:pt x="419208" y="1022865"/>
                    <a:pt x="50139" y="954056"/>
                    <a:pt x="24336" y="950928"/>
                  </a:cubicBezTo>
                  <a:cubicBezTo>
                    <a:pt x="6351" y="948582"/>
                    <a:pt x="-3032" y="941545"/>
                    <a:pt x="878" y="921215"/>
                  </a:cubicBezTo>
                  <a:cubicBezTo>
                    <a:pt x="1660" y="916523"/>
                    <a:pt x="878" y="911832"/>
                    <a:pt x="878" y="906358"/>
                  </a:cubicBezTo>
                  <a:cubicBezTo>
                    <a:pt x="75161" y="900103"/>
                    <a:pt x="524767" y="879773"/>
                    <a:pt x="572465" y="880555"/>
                  </a:cubicBezTo>
                  <a:cubicBezTo>
                    <a:pt x="572465" y="880555"/>
                    <a:pt x="685062" y="891502"/>
                    <a:pt x="721812" y="886028"/>
                  </a:cubicBezTo>
                  <a:cubicBezTo>
                    <a:pt x="728850" y="882119"/>
                    <a:pt x="1197223" y="92375"/>
                    <a:pt x="1229282" y="37640"/>
                  </a:cubicBezTo>
                  <a:cubicBezTo>
                    <a:pt x="1233973" y="29039"/>
                    <a:pt x="1239447" y="25911"/>
                    <a:pt x="1248830" y="25911"/>
                  </a:cubicBezTo>
                  <a:cubicBezTo>
                    <a:pt x="1392704" y="26693"/>
                    <a:pt x="2244220" y="890"/>
                    <a:pt x="2323194" y="890"/>
                  </a:cubicBezTo>
                  <a:cubicBezTo>
                    <a:pt x="2329449" y="890"/>
                    <a:pt x="2337269" y="-2238"/>
                    <a:pt x="2340396" y="3235"/>
                  </a:cubicBezTo>
                  <a:cubicBezTo>
                    <a:pt x="2342742" y="11055"/>
                    <a:pt x="1799305" y="982205"/>
                    <a:pt x="1795395" y="996280"/>
                  </a:cubicBezTo>
                  <a:close/>
                </a:path>
              </a:pathLst>
            </a:custGeom>
            <a:solidFill>
              <a:srgbClr val="372F2E"/>
            </a:solidFill>
            <a:ln w="7808" cap="flat">
              <a:noFill/>
              <a:prstDash val="solid"/>
              <a:miter/>
            </a:ln>
          </p:spPr>
          <p:txBody>
            <a:bodyPr rtlCol="0" anchor="ctr"/>
            <a:lstStyle/>
            <a:p>
              <a:endParaRPr lang="en-US"/>
            </a:p>
          </p:txBody>
        </p:sp>
        <p:sp>
          <p:nvSpPr>
            <p:cNvPr id="126" name="Freeform: Shape 12">
              <a:extLst>
                <a:ext uri="{FF2B5EF4-FFF2-40B4-BE49-F238E27FC236}">
                  <a16:creationId xmlns:a16="http://schemas.microsoft.com/office/drawing/2014/main" id="{2B261E21-C227-4FF2-81D2-430CBFFB609C}"/>
                </a:ext>
              </a:extLst>
            </p:cNvPr>
            <p:cNvSpPr/>
            <p:nvPr/>
          </p:nvSpPr>
          <p:spPr>
            <a:xfrm>
              <a:off x="8359081" y="2872787"/>
              <a:ext cx="2006960" cy="795126"/>
            </a:xfrm>
            <a:custGeom>
              <a:avLst/>
              <a:gdLst>
                <a:gd name="connsiteX0" fmla="*/ 2006961 w 2006960"/>
                <a:gd name="connsiteY0" fmla="*/ 386180 h 795126"/>
                <a:gd name="connsiteX1" fmla="*/ 1776293 w 2006960"/>
                <a:gd name="connsiteY1" fmla="*/ 777142 h 795126"/>
                <a:gd name="connsiteX2" fmla="*/ 1763000 w 2006960"/>
                <a:gd name="connsiteY2" fmla="*/ 795126 h 795126"/>
                <a:gd name="connsiteX3" fmla="*/ 1613653 w 2006960"/>
                <a:gd name="connsiteY3" fmla="*/ 789653 h 795126"/>
                <a:gd name="connsiteX4" fmla="*/ 1613653 w 2006960"/>
                <a:gd name="connsiteY4" fmla="*/ 789653 h 795126"/>
                <a:gd name="connsiteX5" fmla="*/ 1548753 w 2006960"/>
                <a:gd name="connsiteY5" fmla="*/ 732572 h 795126"/>
                <a:gd name="connsiteX6" fmla="*/ 1515912 w 2006960"/>
                <a:gd name="connsiteY6" fmla="*/ 766977 h 795126"/>
                <a:gd name="connsiteX7" fmla="*/ 1454922 w 2006960"/>
                <a:gd name="connsiteY7" fmla="*/ 786525 h 795126"/>
                <a:gd name="connsiteX8" fmla="*/ 412617 w 2006960"/>
                <a:gd name="connsiteY8" fmla="*/ 777924 h 795126"/>
                <a:gd name="connsiteX9" fmla="*/ 296110 w 2006960"/>
                <a:gd name="connsiteY9" fmla="*/ 752902 h 795126"/>
                <a:gd name="connsiteX10" fmla="*/ 219481 w 2006960"/>
                <a:gd name="connsiteY10" fmla="*/ 701295 h 795126"/>
                <a:gd name="connsiteX11" fmla="*/ 213226 w 2006960"/>
                <a:gd name="connsiteY11" fmla="*/ 696604 h 795126"/>
                <a:gd name="connsiteX12" fmla="*/ 157709 w 2006960"/>
                <a:gd name="connsiteY12" fmla="*/ 598863 h 795126"/>
                <a:gd name="connsiteX13" fmla="*/ 10707 w 2006960"/>
                <a:gd name="connsiteY13" fmla="*/ 145347 h 795126"/>
                <a:gd name="connsiteX14" fmla="*/ 2888 w 2006960"/>
                <a:gd name="connsiteY14" fmla="*/ 94522 h 795126"/>
                <a:gd name="connsiteX15" fmla="*/ 16963 w 2006960"/>
                <a:gd name="connsiteY15" fmla="*/ 71064 h 795126"/>
                <a:gd name="connsiteX16" fmla="*/ 321913 w 2006960"/>
                <a:gd name="connsiteY16" fmla="*/ 28058 h 795126"/>
                <a:gd name="connsiteX17" fmla="*/ 504884 w 2006960"/>
                <a:gd name="connsiteY17" fmla="*/ 691 h 795126"/>
                <a:gd name="connsiteX18" fmla="*/ 529905 w 2006960"/>
                <a:gd name="connsiteY18" fmla="*/ 17893 h 795126"/>
                <a:gd name="connsiteX19" fmla="*/ 566656 w 2006960"/>
                <a:gd name="connsiteY19" fmla="*/ 251689 h 795126"/>
                <a:gd name="connsiteX20" fmla="*/ 554927 w 2006960"/>
                <a:gd name="connsiteY20" fmla="*/ 354903 h 795126"/>
                <a:gd name="connsiteX21" fmla="*/ 567438 w 2006960"/>
                <a:gd name="connsiteY21" fmla="*/ 379142 h 795126"/>
                <a:gd name="connsiteX22" fmla="*/ 898974 w 2006960"/>
                <a:gd name="connsiteY22" fmla="*/ 507378 h 795126"/>
                <a:gd name="connsiteX23" fmla="*/ 1110875 w 2006960"/>
                <a:gd name="connsiteY23" fmla="*/ 566804 h 795126"/>
                <a:gd name="connsiteX24" fmla="*/ 1325123 w 2006960"/>
                <a:gd name="connsiteY24" fmla="*/ 550384 h 795126"/>
                <a:gd name="connsiteX25" fmla="*/ 1545625 w 2006960"/>
                <a:gd name="connsiteY25" fmla="*/ 497995 h 795126"/>
                <a:gd name="connsiteX26" fmla="*/ 1684026 w 2006960"/>
                <a:gd name="connsiteY26" fmla="*/ 502686 h 795126"/>
                <a:gd name="connsiteX27" fmla="*/ 1699665 w 2006960"/>
                <a:gd name="connsiteY27" fmla="*/ 487048 h 795126"/>
                <a:gd name="connsiteX28" fmla="*/ 1615217 w 2006960"/>
                <a:gd name="connsiteY28" fmla="*/ 100777 h 795126"/>
                <a:gd name="connsiteX29" fmla="*/ 1630073 w 2006960"/>
                <a:gd name="connsiteY29" fmla="*/ 77319 h 795126"/>
                <a:gd name="connsiteX30" fmla="*/ 1838065 w 2006960"/>
                <a:gd name="connsiteY30" fmla="*/ 26494 h 795126"/>
                <a:gd name="connsiteX31" fmla="*/ 1985067 w 2006960"/>
                <a:gd name="connsiteY31" fmla="*/ 308769 h 795126"/>
                <a:gd name="connsiteX32" fmla="*/ 2006961 w 2006960"/>
                <a:gd name="connsiteY32" fmla="*/ 386180 h 795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006960" h="795126">
                  <a:moveTo>
                    <a:pt x="2006961" y="386180"/>
                  </a:moveTo>
                  <a:cubicBezTo>
                    <a:pt x="1963173" y="461244"/>
                    <a:pt x="1809134" y="721625"/>
                    <a:pt x="1776293" y="777142"/>
                  </a:cubicBezTo>
                  <a:cubicBezTo>
                    <a:pt x="1772383" y="783397"/>
                    <a:pt x="1770038" y="791216"/>
                    <a:pt x="1763000" y="795126"/>
                  </a:cubicBezTo>
                  <a:cubicBezTo>
                    <a:pt x="1712957" y="793562"/>
                    <a:pt x="1663696" y="791216"/>
                    <a:pt x="1613653" y="789653"/>
                  </a:cubicBezTo>
                  <a:lnTo>
                    <a:pt x="1613653" y="789653"/>
                  </a:lnTo>
                  <a:cubicBezTo>
                    <a:pt x="1594105" y="769323"/>
                    <a:pt x="1568301" y="756030"/>
                    <a:pt x="1548753" y="732572"/>
                  </a:cubicBezTo>
                  <a:cubicBezTo>
                    <a:pt x="1542498" y="751338"/>
                    <a:pt x="1529987" y="759939"/>
                    <a:pt x="1515912" y="766977"/>
                  </a:cubicBezTo>
                  <a:cubicBezTo>
                    <a:pt x="1496364" y="776360"/>
                    <a:pt x="1475252" y="780270"/>
                    <a:pt x="1454922" y="786525"/>
                  </a:cubicBezTo>
                  <a:cubicBezTo>
                    <a:pt x="1390804" y="781833"/>
                    <a:pt x="466569" y="790434"/>
                    <a:pt x="412617" y="777924"/>
                  </a:cubicBezTo>
                  <a:cubicBezTo>
                    <a:pt x="373520" y="769323"/>
                    <a:pt x="335206" y="759157"/>
                    <a:pt x="296110" y="752902"/>
                  </a:cubicBezTo>
                  <a:cubicBezTo>
                    <a:pt x="261705" y="747429"/>
                    <a:pt x="232774" y="737264"/>
                    <a:pt x="219481" y="701295"/>
                  </a:cubicBezTo>
                  <a:cubicBezTo>
                    <a:pt x="218699" y="698949"/>
                    <a:pt x="215571" y="698167"/>
                    <a:pt x="213226" y="696604"/>
                  </a:cubicBezTo>
                  <a:cubicBezTo>
                    <a:pt x="199151" y="661417"/>
                    <a:pt x="176475" y="630922"/>
                    <a:pt x="157709" y="598863"/>
                  </a:cubicBezTo>
                  <a:cubicBezTo>
                    <a:pt x="113921" y="522234"/>
                    <a:pt x="19308" y="217284"/>
                    <a:pt x="10707" y="145347"/>
                  </a:cubicBezTo>
                  <a:cubicBezTo>
                    <a:pt x="8361" y="128145"/>
                    <a:pt x="2888" y="111724"/>
                    <a:pt x="2888" y="94522"/>
                  </a:cubicBezTo>
                  <a:cubicBezTo>
                    <a:pt x="-4149" y="79665"/>
                    <a:pt x="2106" y="72628"/>
                    <a:pt x="16963" y="71064"/>
                  </a:cubicBezTo>
                  <a:cubicBezTo>
                    <a:pt x="118613" y="56989"/>
                    <a:pt x="220263" y="42133"/>
                    <a:pt x="321913" y="28058"/>
                  </a:cubicBezTo>
                  <a:cubicBezTo>
                    <a:pt x="382903" y="19457"/>
                    <a:pt x="443893" y="10856"/>
                    <a:pt x="504884" y="691"/>
                  </a:cubicBezTo>
                  <a:cubicBezTo>
                    <a:pt x="520522" y="-1655"/>
                    <a:pt x="525996" y="1473"/>
                    <a:pt x="529905" y="17893"/>
                  </a:cubicBezTo>
                  <a:cubicBezTo>
                    <a:pt x="548671" y="94522"/>
                    <a:pt x="564310" y="171932"/>
                    <a:pt x="566656" y="251689"/>
                  </a:cubicBezTo>
                  <a:cubicBezTo>
                    <a:pt x="567438" y="286093"/>
                    <a:pt x="565874" y="321280"/>
                    <a:pt x="554927" y="354903"/>
                  </a:cubicBezTo>
                  <a:cubicBezTo>
                    <a:pt x="551017" y="367413"/>
                    <a:pt x="554145" y="373669"/>
                    <a:pt x="567438" y="379142"/>
                  </a:cubicBezTo>
                  <a:cubicBezTo>
                    <a:pt x="677689" y="422930"/>
                    <a:pt x="787158" y="468282"/>
                    <a:pt x="898974" y="507378"/>
                  </a:cubicBezTo>
                  <a:cubicBezTo>
                    <a:pt x="968565" y="531617"/>
                    <a:pt x="1037374" y="556639"/>
                    <a:pt x="1110875" y="566804"/>
                  </a:cubicBezTo>
                  <a:cubicBezTo>
                    <a:pt x="1183594" y="576969"/>
                    <a:pt x="1254749" y="571496"/>
                    <a:pt x="1325123" y="550384"/>
                  </a:cubicBezTo>
                  <a:cubicBezTo>
                    <a:pt x="1397842" y="528490"/>
                    <a:pt x="1469779" y="505814"/>
                    <a:pt x="1545625" y="497995"/>
                  </a:cubicBezTo>
                  <a:cubicBezTo>
                    <a:pt x="1591759" y="493303"/>
                    <a:pt x="1638674" y="493303"/>
                    <a:pt x="1684026" y="502686"/>
                  </a:cubicBezTo>
                  <a:cubicBezTo>
                    <a:pt x="1699665" y="505814"/>
                    <a:pt x="1703574" y="502686"/>
                    <a:pt x="1699665" y="487048"/>
                  </a:cubicBezTo>
                  <a:cubicBezTo>
                    <a:pt x="1671515" y="358812"/>
                    <a:pt x="1643366" y="229795"/>
                    <a:pt x="1615217" y="100777"/>
                  </a:cubicBezTo>
                  <a:cubicBezTo>
                    <a:pt x="1612089" y="85920"/>
                    <a:pt x="1615217" y="81229"/>
                    <a:pt x="1630073" y="77319"/>
                  </a:cubicBezTo>
                  <a:cubicBezTo>
                    <a:pt x="1699665" y="60899"/>
                    <a:pt x="1768474" y="43697"/>
                    <a:pt x="1838065" y="26494"/>
                  </a:cubicBezTo>
                  <a:cubicBezTo>
                    <a:pt x="1847448" y="55425"/>
                    <a:pt x="1958481" y="236832"/>
                    <a:pt x="1985067" y="308769"/>
                  </a:cubicBezTo>
                  <a:cubicBezTo>
                    <a:pt x="1995232" y="332227"/>
                    <a:pt x="2003051" y="358812"/>
                    <a:pt x="2006961" y="386180"/>
                  </a:cubicBezTo>
                  <a:close/>
                </a:path>
              </a:pathLst>
            </a:custGeom>
            <a:solidFill>
              <a:srgbClr val="C49460"/>
            </a:solidFill>
            <a:ln w="7808" cap="flat">
              <a:noFill/>
              <a:prstDash val="solid"/>
              <a:miter/>
            </a:ln>
          </p:spPr>
          <p:txBody>
            <a:bodyPr rtlCol="0" anchor="ctr"/>
            <a:lstStyle/>
            <a:p>
              <a:endParaRPr lang="en-US"/>
            </a:p>
          </p:txBody>
        </p:sp>
        <p:sp>
          <p:nvSpPr>
            <p:cNvPr id="127" name="Freeform: Shape 13">
              <a:extLst>
                <a:ext uri="{FF2B5EF4-FFF2-40B4-BE49-F238E27FC236}">
                  <a16:creationId xmlns:a16="http://schemas.microsoft.com/office/drawing/2014/main" id="{A0D776B9-C085-4563-9FDE-B5BDD5F8BF3D}"/>
                </a:ext>
              </a:extLst>
            </p:cNvPr>
            <p:cNvSpPr/>
            <p:nvPr/>
          </p:nvSpPr>
          <p:spPr>
            <a:xfrm>
              <a:off x="10698360" y="6060411"/>
              <a:ext cx="991480" cy="310655"/>
            </a:xfrm>
            <a:custGeom>
              <a:avLst/>
              <a:gdLst>
                <a:gd name="connsiteX0" fmla="*/ 0 w 991480"/>
                <a:gd name="connsiteY0" fmla="*/ 4101 h 310655"/>
                <a:gd name="connsiteX1" fmla="*/ 297131 w 991480"/>
                <a:gd name="connsiteY1" fmla="*/ 50234 h 310655"/>
                <a:gd name="connsiteX2" fmla="*/ 376888 w 991480"/>
                <a:gd name="connsiteY2" fmla="*/ 72128 h 310655"/>
                <a:gd name="connsiteX3" fmla="*/ 406601 w 991480"/>
                <a:gd name="connsiteY3" fmla="*/ 65873 h 310655"/>
                <a:gd name="connsiteX4" fmla="*/ 541874 w 991480"/>
                <a:gd name="connsiteY4" fmla="*/ 13484 h 310655"/>
                <a:gd name="connsiteX5" fmla="*/ 817893 w 991480"/>
                <a:gd name="connsiteY5" fmla="*/ 29122 h 310655"/>
                <a:gd name="connsiteX6" fmla="*/ 960204 w 991480"/>
                <a:gd name="connsiteY6" fmla="*/ 108096 h 310655"/>
                <a:gd name="connsiteX7" fmla="*/ 991481 w 991480"/>
                <a:gd name="connsiteY7" fmla="*/ 169869 h 310655"/>
                <a:gd name="connsiteX8" fmla="*/ 830404 w 991480"/>
                <a:gd name="connsiteY8" fmla="*/ 289503 h 310655"/>
                <a:gd name="connsiteX9" fmla="*/ 670110 w 991480"/>
                <a:gd name="connsiteY9" fmla="*/ 304360 h 310655"/>
                <a:gd name="connsiteX10" fmla="*/ 553603 w 991480"/>
                <a:gd name="connsiteY10" fmla="*/ 262917 h 310655"/>
                <a:gd name="connsiteX11" fmla="*/ 394090 w 991480"/>
                <a:gd name="connsiteY11" fmla="*/ 210529 h 310655"/>
                <a:gd name="connsiteX12" fmla="*/ 244743 w 991480"/>
                <a:gd name="connsiteY12" fmla="*/ 200363 h 310655"/>
                <a:gd name="connsiteX13" fmla="*/ 23458 w 991480"/>
                <a:gd name="connsiteY13" fmla="*/ 66655 h 310655"/>
                <a:gd name="connsiteX14" fmla="*/ 0 w 991480"/>
                <a:gd name="connsiteY14" fmla="*/ 4101 h 310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91480" h="310655">
                  <a:moveTo>
                    <a:pt x="0" y="4101"/>
                  </a:moveTo>
                  <a:cubicBezTo>
                    <a:pt x="103996" y="-11538"/>
                    <a:pt x="200173" y="20521"/>
                    <a:pt x="297131" y="50234"/>
                  </a:cubicBezTo>
                  <a:cubicBezTo>
                    <a:pt x="323717" y="58054"/>
                    <a:pt x="349520" y="68219"/>
                    <a:pt x="376888" y="72128"/>
                  </a:cubicBezTo>
                  <a:cubicBezTo>
                    <a:pt x="387835" y="73692"/>
                    <a:pt x="398000" y="72910"/>
                    <a:pt x="406601" y="65873"/>
                  </a:cubicBezTo>
                  <a:cubicBezTo>
                    <a:pt x="444915" y="30686"/>
                    <a:pt x="492613" y="18957"/>
                    <a:pt x="541874" y="13484"/>
                  </a:cubicBezTo>
                  <a:cubicBezTo>
                    <a:pt x="634923" y="3319"/>
                    <a:pt x="727190" y="3319"/>
                    <a:pt x="817893" y="29122"/>
                  </a:cubicBezTo>
                  <a:cubicBezTo>
                    <a:pt x="871064" y="44761"/>
                    <a:pt x="920325" y="67436"/>
                    <a:pt x="960204" y="108096"/>
                  </a:cubicBezTo>
                  <a:cubicBezTo>
                    <a:pt x="976624" y="125299"/>
                    <a:pt x="989135" y="145629"/>
                    <a:pt x="991481" y="169869"/>
                  </a:cubicBezTo>
                  <a:cubicBezTo>
                    <a:pt x="949256" y="225385"/>
                    <a:pt x="893740" y="261354"/>
                    <a:pt x="830404" y="289503"/>
                  </a:cubicBezTo>
                  <a:cubicBezTo>
                    <a:pt x="778015" y="312961"/>
                    <a:pt x="724062" y="315307"/>
                    <a:pt x="670110" y="304360"/>
                  </a:cubicBezTo>
                  <a:cubicBezTo>
                    <a:pt x="630231" y="296541"/>
                    <a:pt x="592699" y="276992"/>
                    <a:pt x="553603" y="262917"/>
                  </a:cubicBezTo>
                  <a:cubicBezTo>
                    <a:pt x="501214" y="244152"/>
                    <a:pt x="449607" y="219912"/>
                    <a:pt x="394090" y="210529"/>
                  </a:cubicBezTo>
                  <a:cubicBezTo>
                    <a:pt x="344829" y="202710"/>
                    <a:pt x="294786" y="196454"/>
                    <a:pt x="244743" y="200363"/>
                  </a:cubicBezTo>
                  <a:cubicBezTo>
                    <a:pt x="137619" y="209747"/>
                    <a:pt x="71937" y="152666"/>
                    <a:pt x="23458" y="66655"/>
                  </a:cubicBezTo>
                  <a:cubicBezTo>
                    <a:pt x="14075" y="46325"/>
                    <a:pt x="782" y="27558"/>
                    <a:pt x="0" y="4101"/>
                  </a:cubicBezTo>
                  <a:close/>
                </a:path>
              </a:pathLst>
            </a:custGeom>
            <a:solidFill>
              <a:srgbClr val="372F2E"/>
            </a:solidFill>
            <a:ln w="7808" cap="flat">
              <a:noFill/>
              <a:prstDash val="solid"/>
              <a:miter/>
            </a:ln>
          </p:spPr>
          <p:txBody>
            <a:bodyPr rtlCol="0" anchor="ctr"/>
            <a:lstStyle/>
            <a:p>
              <a:endParaRPr lang="en-US"/>
            </a:p>
          </p:txBody>
        </p:sp>
        <p:sp>
          <p:nvSpPr>
            <p:cNvPr id="128" name="Freeform: Shape 14">
              <a:extLst>
                <a:ext uri="{FF2B5EF4-FFF2-40B4-BE49-F238E27FC236}">
                  <a16:creationId xmlns:a16="http://schemas.microsoft.com/office/drawing/2014/main" id="{C45502A3-AC03-4518-9E9F-68E05FD7BA03}"/>
                </a:ext>
              </a:extLst>
            </p:cNvPr>
            <p:cNvSpPr/>
            <p:nvPr/>
          </p:nvSpPr>
          <p:spPr>
            <a:xfrm>
              <a:off x="8992200" y="920181"/>
              <a:ext cx="667131" cy="544371"/>
            </a:xfrm>
            <a:custGeom>
              <a:avLst/>
              <a:gdLst>
                <a:gd name="connsiteX0" fmla="*/ 655253 w 667131"/>
                <a:gd name="connsiteY0" fmla="*/ 365208 h 544371"/>
                <a:gd name="connsiteX1" fmla="*/ 648216 w 667131"/>
                <a:gd name="connsiteY1" fmla="*/ 303436 h 544371"/>
                <a:gd name="connsiteX2" fmla="*/ 573933 w 667131"/>
                <a:gd name="connsiteY2" fmla="*/ 251047 h 544371"/>
                <a:gd name="connsiteX3" fmla="*/ 310424 w 667131"/>
                <a:gd name="connsiteY3" fmla="*/ 222116 h 544371"/>
                <a:gd name="connsiteX4" fmla="*/ 215811 w 667131"/>
                <a:gd name="connsiteY4" fmla="*/ 226808 h 544371"/>
                <a:gd name="connsiteX5" fmla="*/ 161858 w 667131"/>
                <a:gd name="connsiteY5" fmla="*/ 298745 h 544371"/>
                <a:gd name="connsiteX6" fmla="*/ 165768 w 667131"/>
                <a:gd name="connsiteY6" fmla="*/ 369118 h 544371"/>
                <a:gd name="connsiteX7" fmla="*/ 143092 w 667131"/>
                <a:gd name="connsiteY7" fmla="*/ 412124 h 544371"/>
                <a:gd name="connsiteX8" fmla="*/ 110251 w 667131"/>
                <a:gd name="connsiteY8" fmla="*/ 484843 h 544371"/>
                <a:gd name="connsiteX9" fmla="*/ 114943 w 667131"/>
                <a:gd name="connsiteY9" fmla="*/ 520029 h 544371"/>
                <a:gd name="connsiteX10" fmla="*/ 99304 w 667131"/>
                <a:gd name="connsiteY10" fmla="*/ 543487 h 544371"/>
                <a:gd name="connsiteX11" fmla="*/ 78974 w 667131"/>
                <a:gd name="connsiteY11" fmla="*/ 529413 h 544371"/>
                <a:gd name="connsiteX12" fmla="*/ 11729 w 667131"/>
                <a:gd name="connsiteY12" fmla="*/ 446529 h 544371"/>
                <a:gd name="connsiteX13" fmla="*/ 0 w 667131"/>
                <a:gd name="connsiteY13" fmla="*/ 438709 h 544371"/>
                <a:gd name="connsiteX14" fmla="*/ 12511 w 667131"/>
                <a:gd name="connsiteY14" fmla="*/ 289362 h 544371"/>
                <a:gd name="connsiteX15" fmla="*/ 150911 w 667131"/>
                <a:gd name="connsiteY15" fmla="*/ 51657 h 544371"/>
                <a:gd name="connsiteX16" fmla="*/ 601300 w 667131"/>
                <a:gd name="connsiteY16" fmla="*/ 121248 h 544371"/>
                <a:gd name="connsiteX17" fmla="*/ 662290 w 667131"/>
                <a:gd name="connsiteY17" fmla="*/ 344096 h 544371"/>
                <a:gd name="connsiteX18" fmla="*/ 655253 w 667131"/>
                <a:gd name="connsiteY18" fmla="*/ 365208 h 544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67131" h="544371">
                  <a:moveTo>
                    <a:pt x="655253" y="365208"/>
                  </a:moveTo>
                  <a:cubicBezTo>
                    <a:pt x="655253" y="344096"/>
                    <a:pt x="653689" y="323766"/>
                    <a:pt x="648216" y="303436"/>
                  </a:cubicBezTo>
                  <a:cubicBezTo>
                    <a:pt x="638832" y="266686"/>
                    <a:pt x="616939" y="247138"/>
                    <a:pt x="573933" y="251047"/>
                  </a:cubicBezTo>
                  <a:cubicBezTo>
                    <a:pt x="483229" y="260430"/>
                    <a:pt x="397218" y="240100"/>
                    <a:pt x="310424" y="222116"/>
                  </a:cubicBezTo>
                  <a:cubicBezTo>
                    <a:pt x="279147" y="215861"/>
                    <a:pt x="247088" y="216643"/>
                    <a:pt x="215811" y="226808"/>
                  </a:cubicBezTo>
                  <a:cubicBezTo>
                    <a:pt x="178279" y="238537"/>
                    <a:pt x="161858" y="259649"/>
                    <a:pt x="161858" y="298745"/>
                  </a:cubicBezTo>
                  <a:cubicBezTo>
                    <a:pt x="161858" y="322203"/>
                    <a:pt x="164204" y="345660"/>
                    <a:pt x="165768" y="369118"/>
                  </a:cubicBezTo>
                  <a:cubicBezTo>
                    <a:pt x="167332" y="388666"/>
                    <a:pt x="161077" y="403523"/>
                    <a:pt x="143092" y="412124"/>
                  </a:cubicBezTo>
                  <a:cubicBezTo>
                    <a:pt x="111033" y="426980"/>
                    <a:pt x="104778" y="452784"/>
                    <a:pt x="110251" y="484843"/>
                  </a:cubicBezTo>
                  <a:cubicBezTo>
                    <a:pt x="111815" y="496572"/>
                    <a:pt x="112597" y="508301"/>
                    <a:pt x="114943" y="520029"/>
                  </a:cubicBezTo>
                  <a:cubicBezTo>
                    <a:pt x="118071" y="534104"/>
                    <a:pt x="115725" y="540359"/>
                    <a:pt x="99304" y="543487"/>
                  </a:cubicBezTo>
                  <a:cubicBezTo>
                    <a:pt x="85230" y="545833"/>
                    <a:pt x="81320" y="544269"/>
                    <a:pt x="78974" y="529413"/>
                  </a:cubicBezTo>
                  <a:cubicBezTo>
                    <a:pt x="72719" y="489534"/>
                    <a:pt x="40660" y="468422"/>
                    <a:pt x="11729" y="446529"/>
                  </a:cubicBezTo>
                  <a:cubicBezTo>
                    <a:pt x="7819" y="443401"/>
                    <a:pt x="3910" y="441055"/>
                    <a:pt x="0" y="438709"/>
                  </a:cubicBezTo>
                  <a:cubicBezTo>
                    <a:pt x="6255" y="389448"/>
                    <a:pt x="4692" y="339405"/>
                    <a:pt x="12511" y="289362"/>
                  </a:cubicBezTo>
                  <a:cubicBezTo>
                    <a:pt x="28149" y="191621"/>
                    <a:pt x="62554" y="106391"/>
                    <a:pt x="150911" y="51657"/>
                  </a:cubicBezTo>
                  <a:cubicBezTo>
                    <a:pt x="276019" y="-25754"/>
                    <a:pt x="487921" y="-26536"/>
                    <a:pt x="601300" y="121248"/>
                  </a:cubicBezTo>
                  <a:cubicBezTo>
                    <a:pt x="652125" y="187711"/>
                    <a:pt x="678711" y="259649"/>
                    <a:pt x="662290" y="344096"/>
                  </a:cubicBezTo>
                  <a:cubicBezTo>
                    <a:pt x="660726" y="351134"/>
                    <a:pt x="660726" y="358953"/>
                    <a:pt x="655253" y="365208"/>
                  </a:cubicBezTo>
                  <a:close/>
                </a:path>
              </a:pathLst>
            </a:custGeom>
            <a:solidFill>
              <a:srgbClr val="000101"/>
            </a:solidFill>
            <a:ln w="7808" cap="flat">
              <a:noFill/>
              <a:prstDash val="solid"/>
              <a:miter/>
            </a:ln>
          </p:spPr>
          <p:txBody>
            <a:bodyPr rtlCol="0" anchor="ctr"/>
            <a:lstStyle/>
            <a:p>
              <a:endParaRPr lang="en-US"/>
            </a:p>
          </p:txBody>
        </p:sp>
        <p:sp>
          <p:nvSpPr>
            <p:cNvPr id="129" name="Freeform: Shape 15">
              <a:extLst>
                <a:ext uri="{FF2B5EF4-FFF2-40B4-BE49-F238E27FC236}">
                  <a16:creationId xmlns:a16="http://schemas.microsoft.com/office/drawing/2014/main" id="{897197EC-7FD2-4132-B75C-6E385DF0B4B1}"/>
                </a:ext>
              </a:extLst>
            </p:cNvPr>
            <p:cNvSpPr/>
            <p:nvPr/>
          </p:nvSpPr>
          <p:spPr>
            <a:xfrm>
              <a:off x="9971952" y="3662440"/>
              <a:ext cx="149347" cy="9096"/>
            </a:xfrm>
            <a:custGeom>
              <a:avLst/>
              <a:gdLst>
                <a:gd name="connsiteX0" fmla="*/ 0 w 149347"/>
                <a:gd name="connsiteY0" fmla="*/ 0 h 9096"/>
                <a:gd name="connsiteX1" fmla="*/ 149348 w 149347"/>
                <a:gd name="connsiteY1" fmla="*/ 5474 h 9096"/>
                <a:gd name="connsiteX2" fmla="*/ 40660 w 149347"/>
                <a:gd name="connsiteY2" fmla="*/ 6256 h 9096"/>
                <a:gd name="connsiteX3" fmla="*/ 0 w 149347"/>
                <a:gd name="connsiteY3" fmla="*/ 0 h 9096"/>
              </a:gdLst>
              <a:ahLst/>
              <a:cxnLst>
                <a:cxn ang="0">
                  <a:pos x="connsiteX0" y="connsiteY0"/>
                </a:cxn>
                <a:cxn ang="0">
                  <a:pos x="connsiteX1" y="connsiteY1"/>
                </a:cxn>
                <a:cxn ang="0">
                  <a:pos x="connsiteX2" y="connsiteY2"/>
                </a:cxn>
                <a:cxn ang="0">
                  <a:pos x="connsiteX3" y="connsiteY3"/>
                </a:cxn>
              </a:cxnLst>
              <a:rect l="l" t="t" r="r" b="b"/>
              <a:pathLst>
                <a:path w="149347" h="9096">
                  <a:moveTo>
                    <a:pt x="0" y="0"/>
                  </a:moveTo>
                  <a:cubicBezTo>
                    <a:pt x="50043" y="1564"/>
                    <a:pt x="99304" y="3910"/>
                    <a:pt x="149348" y="5474"/>
                  </a:cubicBezTo>
                  <a:cubicBezTo>
                    <a:pt x="113379" y="10947"/>
                    <a:pt x="76629" y="9383"/>
                    <a:pt x="40660" y="6256"/>
                  </a:cubicBezTo>
                  <a:cubicBezTo>
                    <a:pt x="27367" y="4692"/>
                    <a:pt x="11729" y="14857"/>
                    <a:pt x="0" y="0"/>
                  </a:cubicBezTo>
                  <a:close/>
                </a:path>
              </a:pathLst>
            </a:custGeom>
            <a:solidFill>
              <a:srgbClr val="120202"/>
            </a:solidFill>
            <a:ln w="7808" cap="flat">
              <a:noFill/>
              <a:prstDash val="solid"/>
              <a:miter/>
            </a:ln>
          </p:spPr>
          <p:txBody>
            <a:bodyPr rtlCol="0" anchor="ctr"/>
            <a:lstStyle/>
            <a:p>
              <a:endParaRPr lang="en-US"/>
            </a:p>
          </p:txBody>
        </p:sp>
        <p:sp>
          <p:nvSpPr>
            <p:cNvPr id="130" name="Freeform: Shape 16">
              <a:extLst>
                <a:ext uri="{FF2B5EF4-FFF2-40B4-BE49-F238E27FC236}">
                  <a16:creationId xmlns:a16="http://schemas.microsoft.com/office/drawing/2014/main" id="{DC011672-4984-4FE4-B5A0-076B268EB8DB}"/>
                </a:ext>
              </a:extLst>
            </p:cNvPr>
            <p:cNvSpPr/>
            <p:nvPr/>
          </p:nvSpPr>
          <p:spPr>
            <a:xfrm>
              <a:off x="10698663" y="5785280"/>
              <a:ext cx="1180180" cy="445000"/>
            </a:xfrm>
            <a:custGeom>
              <a:avLst/>
              <a:gdLst>
                <a:gd name="connsiteX0" fmla="*/ 1131142 w 1180180"/>
                <a:gd name="connsiteY0" fmla="*/ 129103 h 445000"/>
                <a:gd name="connsiteX1" fmla="*/ 1022454 w 1180180"/>
                <a:gd name="connsiteY1" fmla="*/ 82969 h 445000"/>
                <a:gd name="connsiteX2" fmla="*/ 774584 w 1180180"/>
                <a:gd name="connsiteY2" fmla="*/ 85 h 445000"/>
                <a:gd name="connsiteX3" fmla="*/ 119331 w 1180180"/>
                <a:gd name="connsiteY3" fmla="*/ 41527 h 445000"/>
                <a:gd name="connsiteX4" fmla="*/ 77107 w 1180180"/>
                <a:gd name="connsiteY4" fmla="*/ 21979 h 445000"/>
                <a:gd name="connsiteX5" fmla="*/ 479 w 1180180"/>
                <a:gd name="connsiteY5" fmla="*/ 279232 h 445000"/>
                <a:gd name="connsiteX6" fmla="*/ 297610 w 1180180"/>
                <a:gd name="connsiteY6" fmla="*/ 325366 h 445000"/>
                <a:gd name="connsiteX7" fmla="*/ 377366 w 1180180"/>
                <a:gd name="connsiteY7" fmla="*/ 347260 h 445000"/>
                <a:gd name="connsiteX8" fmla="*/ 407079 w 1180180"/>
                <a:gd name="connsiteY8" fmla="*/ 341005 h 445000"/>
                <a:gd name="connsiteX9" fmla="*/ 542352 w 1180180"/>
                <a:gd name="connsiteY9" fmla="*/ 288616 h 445000"/>
                <a:gd name="connsiteX10" fmla="*/ 818372 w 1180180"/>
                <a:gd name="connsiteY10" fmla="*/ 304254 h 445000"/>
                <a:gd name="connsiteX11" fmla="*/ 960682 w 1180180"/>
                <a:gd name="connsiteY11" fmla="*/ 383228 h 445000"/>
                <a:gd name="connsiteX12" fmla="*/ 991959 w 1180180"/>
                <a:gd name="connsiteY12" fmla="*/ 445000 h 445000"/>
                <a:gd name="connsiteX13" fmla="*/ 1160073 w 1180180"/>
                <a:gd name="connsiteY13" fmla="*/ 247955 h 445000"/>
                <a:gd name="connsiteX14" fmla="*/ 1131142 w 1180180"/>
                <a:gd name="connsiteY14" fmla="*/ 129103 h 44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80180" h="445000">
                  <a:moveTo>
                    <a:pt x="1131142" y="129103"/>
                  </a:moveTo>
                  <a:cubicBezTo>
                    <a:pt x="1096737" y="109555"/>
                    <a:pt x="1059987" y="95480"/>
                    <a:pt x="1022454" y="82969"/>
                  </a:cubicBezTo>
                  <a:cubicBezTo>
                    <a:pt x="939570" y="54820"/>
                    <a:pt x="856686" y="27453"/>
                    <a:pt x="774584" y="85"/>
                  </a:cubicBezTo>
                  <a:cubicBezTo>
                    <a:pt x="759728" y="-2261"/>
                    <a:pt x="146699" y="44655"/>
                    <a:pt x="119331" y="41527"/>
                  </a:cubicBezTo>
                  <a:cubicBezTo>
                    <a:pt x="102911" y="39964"/>
                    <a:pt x="83363" y="39181"/>
                    <a:pt x="77107" y="21979"/>
                  </a:cubicBezTo>
                  <a:cubicBezTo>
                    <a:pt x="66160" y="-4606"/>
                    <a:pt x="-6559" y="244046"/>
                    <a:pt x="479" y="279232"/>
                  </a:cubicBezTo>
                  <a:cubicBezTo>
                    <a:pt x="104475" y="263594"/>
                    <a:pt x="200651" y="295653"/>
                    <a:pt x="297610" y="325366"/>
                  </a:cubicBezTo>
                  <a:cubicBezTo>
                    <a:pt x="324195" y="333185"/>
                    <a:pt x="349999" y="343350"/>
                    <a:pt x="377366" y="347260"/>
                  </a:cubicBezTo>
                  <a:cubicBezTo>
                    <a:pt x="388313" y="348824"/>
                    <a:pt x="398478" y="348042"/>
                    <a:pt x="407079" y="341005"/>
                  </a:cubicBezTo>
                  <a:cubicBezTo>
                    <a:pt x="445394" y="305818"/>
                    <a:pt x="493091" y="294089"/>
                    <a:pt x="542352" y="288616"/>
                  </a:cubicBezTo>
                  <a:cubicBezTo>
                    <a:pt x="635402" y="278451"/>
                    <a:pt x="727669" y="278451"/>
                    <a:pt x="818372" y="304254"/>
                  </a:cubicBezTo>
                  <a:cubicBezTo>
                    <a:pt x="871543" y="319893"/>
                    <a:pt x="920804" y="342568"/>
                    <a:pt x="960682" y="383228"/>
                  </a:cubicBezTo>
                  <a:cubicBezTo>
                    <a:pt x="977102" y="400431"/>
                    <a:pt x="989613" y="420760"/>
                    <a:pt x="991959" y="445000"/>
                  </a:cubicBezTo>
                  <a:cubicBezTo>
                    <a:pt x="1007597" y="427798"/>
                    <a:pt x="1126450" y="301908"/>
                    <a:pt x="1160073" y="247955"/>
                  </a:cubicBezTo>
                  <a:cubicBezTo>
                    <a:pt x="1193696" y="194002"/>
                    <a:pt x="1185876" y="160380"/>
                    <a:pt x="1131142" y="129103"/>
                  </a:cubicBezTo>
                  <a:close/>
                </a:path>
              </a:pathLst>
            </a:custGeom>
            <a:solidFill>
              <a:srgbClr val="000101"/>
            </a:solidFill>
            <a:ln w="7808" cap="flat">
              <a:noFill/>
              <a:prstDash val="solid"/>
              <a:miter/>
            </a:ln>
          </p:spPr>
          <p:txBody>
            <a:bodyPr rtlCol="0" anchor="ctr"/>
            <a:lstStyle/>
            <a:p>
              <a:endParaRPr lang="en-US"/>
            </a:p>
          </p:txBody>
        </p:sp>
      </p:grpSp>
    </p:spTree>
    <p:extLst>
      <p:ext uri="{BB962C8B-B14F-4D97-AF65-F5344CB8AC3E}">
        <p14:creationId xmlns:p14="http://schemas.microsoft.com/office/powerpoint/2010/main" val="20731761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Text Placeholder 17">
            <a:extLst>
              <a:ext uri="{FF2B5EF4-FFF2-40B4-BE49-F238E27FC236}">
                <a16:creationId xmlns:a16="http://schemas.microsoft.com/office/drawing/2014/main" id="{55C2ED09-DEE6-1BCA-C6CB-B10295B12C52}"/>
              </a:ext>
            </a:extLst>
          </p:cNvPr>
          <p:cNvSpPr txBox="1">
            <a:spLocks/>
          </p:cNvSpPr>
          <p:nvPr/>
        </p:nvSpPr>
        <p:spPr>
          <a:xfrm>
            <a:off x="244055" y="189360"/>
            <a:ext cx="1370322" cy="221405"/>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endParaRPr lang="en-US" sz="1800" b="1" dirty="0">
              <a:solidFill>
                <a:schemeClr val="bg1"/>
              </a:solidFill>
              <a:cs typeface="Arial" pitchFamily="34" charset="0"/>
            </a:endParaRPr>
          </a:p>
        </p:txBody>
      </p:sp>
      <p:graphicFrame>
        <p:nvGraphicFramePr>
          <p:cNvPr id="43" name="Table 42">
            <a:extLst>
              <a:ext uri="{FF2B5EF4-FFF2-40B4-BE49-F238E27FC236}">
                <a16:creationId xmlns:a16="http://schemas.microsoft.com/office/drawing/2014/main" id="{84E86C72-C1E2-B46E-E106-4A7E2C3E2E16}"/>
              </a:ext>
            </a:extLst>
          </p:cNvPr>
          <p:cNvGraphicFramePr>
            <a:graphicFrameLocks noGrp="1"/>
          </p:cNvGraphicFramePr>
          <p:nvPr>
            <p:extLst>
              <p:ext uri="{D42A27DB-BD31-4B8C-83A1-F6EECF244321}">
                <p14:modId xmlns:p14="http://schemas.microsoft.com/office/powerpoint/2010/main" val="1428794279"/>
              </p:ext>
            </p:extLst>
          </p:nvPr>
        </p:nvGraphicFramePr>
        <p:xfrm>
          <a:off x="728133" y="1634831"/>
          <a:ext cx="10862734" cy="1985177"/>
        </p:xfrm>
        <a:graphic>
          <a:graphicData uri="http://schemas.openxmlformats.org/drawingml/2006/table">
            <a:tbl>
              <a:tblPr firstRow="1" bandRow="1">
                <a:tableStyleId>{E8B1032C-EA38-4F05-BA0D-38AFFFC7BED3}</a:tableStyleId>
              </a:tblPr>
              <a:tblGrid>
                <a:gridCol w="1210734">
                  <a:extLst>
                    <a:ext uri="{9D8B030D-6E8A-4147-A177-3AD203B41FA5}">
                      <a16:colId xmlns:a16="http://schemas.microsoft.com/office/drawing/2014/main" val="3050901769"/>
                    </a:ext>
                  </a:extLst>
                </a:gridCol>
                <a:gridCol w="2380734">
                  <a:extLst>
                    <a:ext uri="{9D8B030D-6E8A-4147-A177-3AD203B41FA5}">
                      <a16:colId xmlns:a16="http://schemas.microsoft.com/office/drawing/2014/main" val="2173739333"/>
                    </a:ext>
                  </a:extLst>
                </a:gridCol>
                <a:gridCol w="1623999">
                  <a:extLst>
                    <a:ext uri="{9D8B030D-6E8A-4147-A177-3AD203B41FA5}">
                      <a16:colId xmlns:a16="http://schemas.microsoft.com/office/drawing/2014/main" val="3197680385"/>
                    </a:ext>
                  </a:extLst>
                </a:gridCol>
                <a:gridCol w="1185333">
                  <a:extLst>
                    <a:ext uri="{9D8B030D-6E8A-4147-A177-3AD203B41FA5}">
                      <a16:colId xmlns:a16="http://schemas.microsoft.com/office/drawing/2014/main" val="838108240"/>
                    </a:ext>
                  </a:extLst>
                </a:gridCol>
                <a:gridCol w="3039534">
                  <a:extLst>
                    <a:ext uri="{9D8B030D-6E8A-4147-A177-3AD203B41FA5}">
                      <a16:colId xmlns:a16="http://schemas.microsoft.com/office/drawing/2014/main" val="677409237"/>
                    </a:ext>
                  </a:extLst>
                </a:gridCol>
                <a:gridCol w="1422400">
                  <a:extLst>
                    <a:ext uri="{9D8B030D-6E8A-4147-A177-3AD203B41FA5}">
                      <a16:colId xmlns:a16="http://schemas.microsoft.com/office/drawing/2014/main" val="1699177456"/>
                    </a:ext>
                  </a:extLst>
                </a:gridCol>
              </a:tblGrid>
              <a:tr h="371769">
                <a:tc gridSpan="6">
                  <a:txBody>
                    <a:bodyPr/>
                    <a:lstStyle/>
                    <a:p>
                      <a:pPr algn="ctr"/>
                      <a:r>
                        <a:rPr lang="en-US" sz="1800" b="1" kern="1200" dirty="0">
                          <a:solidFill>
                            <a:schemeClr val="tx1"/>
                          </a:solidFill>
                          <a:effectLst/>
                        </a:rPr>
                        <a:t>Subscription Account</a:t>
                      </a:r>
                      <a:endParaRPr lang="en-MY" dirty="0">
                        <a:solidFill>
                          <a:schemeClr val="tx1"/>
                        </a:solidFill>
                      </a:endParaRPr>
                    </a:p>
                  </a:txBody>
                  <a:tcPr>
                    <a:solidFill>
                      <a:schemeClr val="accent5"/>
                    </a:solidFill>
                  </a:tcPr>
                </a:tc>
                <a:tc hMerge="1">
                  <a:txBody>
                    <a:bodyPr/>
                    <a:lstStyle/>
                    <a:p>
                      <a:r>
                        <a:rPr lang="en-US" sz="1800" b="1" kern="1200" dirty="0">
                          <a:solidFill>
                            <a:schemeClr val="lt1"/>
                          </a:solidFill>
                          <a:effectLst/>
                          <a:latin typeface="+mn-lt"/>
                          <a:ea typeface="+mn-ea"/>
                          <a:cs typeface="+mn-cs"/>
                        </a:rPr>
                        <a:t>Subscription Account</a:t>
                      </a:r>
                      <a:endParaRPr lang="en-MY" dirty="0"/>
                    </a:p>
                  </a:txBody>
                  <a:tcPr/>
                </a:tc>
                <a:tc hMerge="1">
                  <a:txBody>
                    <a:bodyPr/>
                    <a:lstStyle/>
                    <a:p>
                      <a:endParaRPr lang="en-MY"/>
                    </a:p>
                  </a:txBody>
                  <a:tcPr/>
                </a:tc>
                <a:tc hMerge="1">
                  <a:txBody>
                    <a:bodyPr/>
                    <a:lstStyle/>
                    <a:p>
                      <a:endParaRPr lang="en-MY" dirty="0"/>
                    </a:p>
                  </a:txBody>
                  <a:tcPr/>
                </a:tc>
                <a:tc hMerge="1">
                  <a:txBody>
                    <a:bodyPr/>
                    <a:lstStyle/>
                    <a:p>
                      <a:endParaRPr lang="en-MY" dirty="0"/>
                    </a:p>
                  </a:txBody>
                  <a:tcPr/>
                </a:tc>
                <a:tc hMerge="1">
                  <a:txBody>
                    <a:bodyPr/>
                    <a:lstStyle/>
                    <a:p>
                      <a:endParaRPr lang="en-MY"/>
                    </a:p>
                  </a:txBody>
                  <a:tcPr/>
                </a:tc>
                <a:extLst>
                  <a:ext uri="{0D108BD9-81ED-4DB2-BD59-A6C34878D82A}">
                    <a16:rowId xmlns:a16="http://schemas.microsoft.com/office/drawing/2014/main" val="1948779650"/>
                  </a:ext>
                </a:extLst>
              </a:tr>
              <a:tr h="338553">
                <a:tc>
                  <a:txBody>
                    <a:bodyPr/>
                    <a:lstStyle/>
                    <a:p>
                      <a:r>
                        <a:rPr lang="en-US" sz="1800" kern="1200" dirty="0">
                          <a:solidFill>
                            <a:schemeClr val="dk1"/>
                          </a:solidFill>
                          <a:effectLst/>
                        </a:rPr>
                        <a:t>1/9/2023</a:t>
                      </a:r>
                      <a:endParaRPr lang="en-MY" dirty="0"/>
                    </a:p>
                  </a:txBody>
                  <a:tcPr/>
                </a:tc>
                <a:tc>
                  <a:txBody>
                    <a:bodyPr/>
                    <a:lstStyle/>
                    <a:p>
                      <a:endParaRPr lang="en-MY" dirty="0"/>
                    </a:p>
                  </a:txBody>
                  <a:tcPr/>
                </a:tc>
                <a:tc>
                  <a:txBody>
                    <a:bodyPr/>
                    <a:lstStyle/>
                    <a:p>
                      <a:endParaRPr lang="en-MY" dirty="0"/>
                    </a:p>
                  </a:txBody>
                  <a:tcPr/>
                </a:tc>
                <a:tc>
                  <a:txBody>
                    <a:bodyPr/>
                    <a:lstStyle/>
                    <a:p>
                      <a:pPr marL="260350" marR="0" lvl="0" indent="0" algn="ctr" defTabSz="914400" rtl="0" eaLnBrk="1" fontAlgn="auto" latinLnBrk="0" hangingPunct="1">
                        <a:lnSpc>
                          <a:spcPts val="1245"/>
                        </a:lnSpc>
                        <a:spcBef>
                          <a:spcPts val="150"/>
                        </a:spcBef>
                        <a:spcAft>
                          <a:spcPts val="0"/>
                        </a:spcAft>
                        <a:buClrTx/>
                        <a:buSzTx/>
                        <a:buFontTx/>
                        <a:buNone/>
                        <a:tabLst/>
                        <a:defRPr/>
                      </a:pPr>
                      <a:endParaRPr lang="en-US" sz="1600" kern="1200" dirty="0">
                        <a:solidFill>
                          <a:schemeClr val="dk1"/>
                        </a:solidFill>
                        <a:effectLst/>
                      </a:endParaRPr>
                    </a:p>
                    <a:p>
                      <a:pPr marL="260350" marR="0" lvl="0" indent="0" algn="ctr" defTabSz="914400" rtl="0" eaLnBrk="1" fontAlgn="auto" latinLnBrk="0" hangingPunct="1">
                        <a:lnSpc>
                          <a:spcPts val="1245"/>
                        </a:lnSpc>
                        <a:spcBef>
                          <a:spcPts val="150"/>
                        </a:spcBef>
                        <a:spcAft>
                          <a:spcPts val="0"/>
                        </a:spcAft>
                        <a:buClrTx/>
                        <a:buSzTx/>
                        <a:buFontTx/>
                        <a:buNone/>
                        <a:tabLst/>
                        <a:defRPr/>
                      </a:pPr>
                      <a:r>
                        <a:rPr lang="en-US" sz="1600" kern="1200" dirty="0">
                          <a:solidFill>
                            <a:schemeClr val="dk1"/>
                          </a:solidFill>
                          <a:effectLst/>
                        </a:rPr>
                        <a:t>1/9/2023</a:t>
                      </a:r>
                      <a:endParaRPr lang="en-MY" sz="1600" dirty="0"/>
                    </a:p>
                    <a:p>
                      <a:pPr marL="260350" marR="0" algn="ctr">
                        <a:lnSpc>
                          <a:spcPts val="1245"/>
                        </a:lnSpc>
                        <a:spcBef>
                          <a:spcPts val="150"/>
                        </a:spcBef>
                        <a:spcAft>
                          <a:spcPts val="0"/>
                        </a:spcAft>
                      </a:pPr>
                      <a:endParaRPr lang="en-MY" sz="1600" dirty="0">
                        <a:effectLst/>
                        <a:latin typeface="Arial MT"/>
                        <a:ea typeface="Arial MT"/>
                        <a:cs typeface="Arial MT"/>
                      </a:endParaRPr>
                    </a:p>
                  </a:txBody>
                  <a:tcPr marL="0" marR="0" marT="0" marB="0"/>
                </a:tc>
                <a:tc>
                  <a:txBody>
                    <a:bodyPr/>
                    <a:lstStyle/>
                    <a:p>
                      <a:endParaRPr lang="en-MY" dirty="0"/>
                    </a:p>
                  </a:txBody>
                  <a:tcPr/>
                </a:tc>
                <a:tc>
                  <a:txBody>
                    <a:bodyPr/>
                    <a:lstStyle/>
                    <a:p>
                      <a:endParaRPr lang="en-MY" dirty="0"/>
                    </a:p>
                  </a:txBody>
                  <a:tcPr/>
                </a:tc>
                <a:extLst>
                  <a:ext uri="{0D108BD9-81ED-4DB2-BD59-A6C34878D82A}">
                    <a16:rowId xmlns:a16="http://schemas.microsoft.com/office/drawing/2014/main" val="881203602"/>
                  </a:ext>
                </a:extLst>
              </a:tr>
              <a:tr h="323313">
                <a:tc>
                  <a:txBody>
                    <a:bodyPr/>
                    <a:lstStyle/>
                    <a:p>
                      <a:r>
                        <a:rPr lang="en-US" sz="1800" kern="1200" dirty="0">
                          <a:solidFill>
                            <a:schemeClr val="dk1"/>
                          </a:solidFill>
                          <a:effectLst/>
                        </a:rPr>
                        <a:t>31/8/2024</a:t>
                      </a:r>
                      <a:endParaRPr lang="en-MY" dirty="0"/>
                    </a:p>
                  </a:txBody>
                  <a:tcPr/>
                </a:tc>
                <a:tc>
                  <a:txBody>
                    <a:bodyPr/>
                    <a:lstStyle/>
                    <a:p>
                      <a:endParaRPr lang="en-MY" dirty="0"/>
                    </a:p>
                  </a:txBody>
                  <a:tcPr/>
                </a:tc>
                <a:tc>
                  <a:txBody>
                    <a:bodyPr/>
                    <a:lstStyle/>
                    <a:p>
                      <a:endParaRPr lang="en-MY" dirty="0"/>
                    </a:p>
                  </a:txBody>
                  <a:tcPr/>
                </a:tc>
                <a:tc>
                  <a:txBody>
                    <a:bodyPr/>
                    <a:lstStyle/>
                    <a:p>
                      <a:pPr marL="67945" marR="0" algn="ctr">
                        <a:lnSpc>
                          <a:spcPts val="1245"/>
                        </a:lnSpc>
                        <a:spcBef>
                          <a:spcPts val="150"/>
                        </a:spcBef>
                        <a:spcAft>
                          <a:spcPts val="0"/>
                        </a:spcAft>
                      </a:pPr>
                      <a:endParaRPr lang="en-MY" sz="1600" dirty="0">
                        <a:effectLst/>
                      </a:endParaRPr>
                    </a:p>
                    <a:p>
                      <a:pPr marL="67945" marR="0" algn="ctr">
                        <a:lnSpc>
                          <a:spcPts val="1245"/>
                        </a:lnSpc>
                        <a:spcBef>
                          <a:spcPts val="150"/>
                        </a:spcBef>
                        <a:spcAft>
                          <a:spcPts val="0"/>
                        </a:spcAft>
                      </a:pPr>
                      <a:r>
                        <a:rPr lang="en-MY" sz="1600" dirty="0">
                          <a:effectLst/>
                        </a:rPr>
                        <a:t>31/8/2024</a:t>
                      </a:r>
                      <a:endParaRPr lang="en-MY" sz="1600" dirty="0">
                        <a:effectLst/>
                        <a:latin typeface="Arial MT"/>
                        <a:ea typeface="Arial MT"/>
                        <a:cs typeface="Arial MT"/>
                      </a:endParaRPr>
                    </a:p>
                  </a:txBody>
                  <a:tcPr marL="0" marR="0" marT="0" marB="0"/>
                </a:tc>
                <a:tc>
                  <a:txBody>
                    <a:bodyPr/>
                    <a:lstStyle/>
                    <a:p>
                      <a:endParaRPr lang="en-MY"/>
                    </a:p>
                  </a:txBody>
                  <a:tcPr/>
                </a:tc>
                <a:tc>
                  <a:txBody>
                    <a:bodyPr/>
                    <a:lstStyle/>
                    <a:p>
                      <a:endParaRPr lang="en-MY"/>
                    </a:p>
                  </a:txBody>
                  <a:tcPr/>
                </a:tc>
                <a:extLst>
                  <a:ext uri="{0D108BD9-81ED-4DB2-BD59-A6C34878D82A}">
                    <a16:rowId xmlns:a16="http://schemas.microsoft.com/office/drawing/2014/main" val="720230209"/>
                  </a:ext>
                </a:extLst>
              </a:tr>
              <a:tr h="323313">
                <a:tc>
                  <a:txBody>
                    <a:bodyPr/>
                    <a:lstStyle/>
                    <a:p>
                      <a:endParaRPr lang="en-MY" dirty="0"/>
                    </a:p>
                  </a:txBody>
                  <a:tcPr>
                    <a:solidFill>
                      <a:schemeClr val="tx1">
                        <a:lumMod val="65000"/>
                        <a:lumOff val="35000"/>
                      </a:schemeClr>
                    </a:solidFill>
                  </a:tcPr>
                </a:tc>
                <a:tc>
                  <a:txBody>
                    <a:bodyPr/>
                    <a:lstStyle/>
                    <a:p>
                      <a:endParaRPr lang="en-MY" dirty="0"/>
                    </a:p>
                  </a:txBody>
                  <a:tcPr>
                    <a:noFill/>
                  </a:tcPr>
                </a:tc>
                <a:tc>
                  <a:txBody>
                    <a:bodyPr/>
                    <a:lstStyle/>
                    <a:p>
                      <a:endParaRPr lang="en-MY" dirty="0"/>
                    </a:p>
                  </a:txBody>
                  <a:tcPr/>
                </a:tc>
                <a:tc>
                  <a:txBody>
                    <a:bodyPr/>
                    <a:lstStyle/>
                    <a:p>
                      <a:pPr algn="ctr"/>
                      <a:endParaRPr lang="en-MY" sz="1600" dirty="0"/>
                    </a:p>
                  </a:txBody>
                  <a:tcPr>
                    <a:solidFill>
                      <a:schemeClr val="tx1">
                        <a:lumMod val="65000"/>
                        <a:lumOff val="35000"/>
                      </a:schemeClr>
                    </a:solidFill>
                  </a:tcPr>
                </a:tc>
                <a:tc>
                  <a:txBody>
                    <a:bodyPr/>
                    <a:lstStyle/>
                    <a:p>
                      <a:endParaRPr lang="en-MY"/>
                    </a:p>
                  </a:txBody>
                  <a:tcPr/>
                </a:tc>
                <a:tc>
                  <a:txBody>
                    <a:bodyPr/>
                    <a:lstStyle/>
                    <a:p>
                      <a:endParaRPr lang="en-MY"/>
                    </a:p>
                  </a:txBody>
                  <a:tcPr/>
                </a:tc>
                <a:extLst>
                  <a:ext uri="{0D108BD9-81ED-4DB2-BD59-A6C34878D82A}">
                    <a16:rowId xmlns:a16="http://schemas.microsoft.com/office/drawing/2014/main" val="1802148735"/>
                  </a:ext>
                </a:extLst>
              </a:tr>
              <a:tr h="323313">
                <a:tc>
                  <a:txBody>
                    <a:bodyPr/>
                    <a:lstStyle/>
                    <a:p>
                      <a:endParaRPr lang="en-MY" dirty="0"/>
                    </a:p>
                  </a:txBody>
                  <a:tcPr>
                    <a:solidFill>
                      <a:schemeClr val="tx1">
                        <a:lumMod val="65000"/>
                        <a:lumOff val="35000"/>
                      </a:schemeClr>
                    </a:solidFill>
                  </a:tcPr>
                </a:tc>
                <a:tc>
                  <a:txBody>
                    <a:bodyPr/>
                    <a:lstStyle/>
                    <a:p>
                      <a:endParaRPr lang="en-MY" dirty="0"/>
                    </a:p>
                  </a:txBody>
                  <a:tcPr>
                    <a:solidFill>
                      <a:schemeClr val="tx1">
                        <a:lumMod val="65000"/>
                        <a:lumOff val="35000"/>
                      </a:schemeClr>
                    </a:solidFill>
                  </a:tcPr>
                </a:tc>
                <a:tc>
                  <a:txBody>
                    <a:bodyPr/>
                    <a:lstStyle/>
                    <a:p>
                      <a:endParaRPr lang="en-MY" dirty="0"/>
                    </a:p>
                  </a:txBody>
                  <a:tcPr/>
                </a:tc>
                <a:tc>
                  <a:txBody>
                    <a:bodyPr/>
                    <a:lstStyle/>
                    <a:p>
                      <a:pPr algn="ctr"/>
                      <a:endParaRPr lang="en-MY" sz="1600" dirty="0"/>
                    </a:p>
                  </a:txBody>
                  <a:tcPr>
                    <a:solidFill>
                      <a:schemeClr val="tx1">
                        <a:lumMod val="65000"/>
                        <a:lumOff val="35000"/>
                      </a:schemeClr>
                    </a:solidFill>
                  </a:tcPr>
                </a:tc>
                <a:tc>
                  <a:txBody>
                    <a:bodyPr/>
                    <a:lstStyle/>
                    <a:p>
                      <a:endParaRPr lang="en-MY" dirty="0"/>
                    </a:p>
                  </a:txBody>
                  <a:tcPr>
                    <a:solidFill>
                      <a:schemeClr val="tx1">
                        <a:lumMod val="65000"/>
                        <a:lumOff val="35000"/>
                      </a:schemeClr>
                    </a:solidFill>
                  </a:tcPr>
                </a:tc>
                <a:tc>
                  <a:txBody>
                    <a:bodyPr/>
                    <a:lstStyle/>
                    <a:p>
                      <a:endParaRPr lang="en-MY" dirty="0"/>
                    </a:p>
                  </a:txBody>
                  <a:tcPr/>
                </a:tc>
                <a:extLst>
                  <a:ext uri="{0D108BD9-81ED-4DB2-BD59-A6C34878D82A}">
                    <a16:rowId xmlns:a16="http://schemas.microsoft.com/office/drawing/2014/main" val="1927669979"/>
                  </a:ext>
                </a:extLst>
              </a:tr>
            </a:tbl>
          </a:graphicData>
        </a:graphic>
      </p:graphicFrame>
      <p:sp>
        <p:nvSpPr>
          <p:cNvPr id="44" name="Rectangle: Rounded Corners 8">
            <a:extLst>
              <a:ext uri="{FF2B5EF4-FFF2-40B4-BE49-F238E27FC236}">
                <a16:creationId xmlns:a16="http://schemas.microsoft.com/office/drawing/2014/main" id="{0B7EF5A1-EBCD-6E75-2ED1-1C88269AA551}"/>
              </a:ext>
            </a:extLst>
          </p:cNvPr>
          <p:cNvSpPr/>
          <p:nvPr/>
        </p:nvSpPr>
        <p:spPr>
          <a:xfrm>
            <a:off x="8432617" y="5336493"/>
            <a:ext cx="1757587" cy="453450"/>
          </a:xfrm>
          <a:prstGeom prst="roundRect">
            <a:avLst>
              <a:gd name="adj" fmla="val 50000"/>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800" dirty="0"/>
              <a:t>480</a:t>
            </a:r>
            <a:endParaRPr lang="ko-KR" altLang="en-US" sz="1800" dirty="0"/>
          </a:p>
        </p:txBody>
      </p:sp>
      <p:sp>
        <p:nvSpPr>
          <p:cNvPr id="45" name="Rectangle: Rounded Corners 9">
            <a:extLst>
              <a:ext uri="{FF2B5EF4-FFF2-40B4-BE49-F238E27FC236}">
                <a16:creationId xmlns:a16="http://schemas.microsoft.com/office/drawing/2014/main" id="{A335CA72-0EAD-3016-22D8-E23E4083C6F4}"/>
              </a:ext>
            </a:extLst>
          </p:cNvPr>
          <p:cNvSpPr/>
          <p:nvPr/>
        </p:nvSpPr>
        <p:spPr>
          <a:xfrm>
            <a:off x="4407230" y="4682315"/>
            <a:ext cx="1757587" cy="453450"/>
          </a:xfrm>
          <a:prstGeom prst="roundRect">
            <a:avLst>
              <a:gd name="adj" fmla="val 50000"/>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effectLst/>
                <a:latin typeface="Arial MT"/>
                <a:ea typeface="Arial MT"/>
                <a:cs typeface="Arial MT"/>
              </a:rPr>
              <a:t>Balance</a:t>
            </a:r>
            <a:r>
              <a:rPr lang="en-US" sz="1800" spc="-10" dirty="0">
                <a:effectLst/>
                <a:latin typeface="Arial MT"/>
                <a:ea typeface="Arial MT"/>
                <a:cs typeface="Arial MT"/>
              </a:rPr>
              <a:t> </a:t>
            </a:r>
            <a:r>
              <a:rPr lang="en-US" sz="1800" spc="-25" dirty="0">
                <a:effectLst/>
                <a:latin typeface="Arial MT"/>
                <a:ea typeface="Arial MT"/>
                <a:cs typeface="Arial MT"/>
              </a:rPr>
              <a:t>c/d</a:t>
            </a:r>
            <a:endParaRPr lang="ko-KR" altLang="en-US" sz="1800" dirty="0"/>
          </a:p>
        </p:txBody>
      </p:sp>
      <p:sp>
        <p:nvSpPr>
          <p:cNvPr id="49" name="Text Placeholder 17">
            <a:extLst>
              <a:ext uri="{FF2B5EF4-FFF2-40B4-BE49-F238E27FC236}">
                <a16:creationId xmlns:a16="http://schemas.microsoft.com/office/drawing/2014/main" id="{7108D976-8670-C832-D3E5-50CCF6C5BC1A}"/>
              </a:ext>
            </a:extLst>
          </p:cNvPr>
          <p:cNvSpPr txBox="1">
            <a:spLocks/>
          </p:cNvSpPr>
          <p:nvPr/>
        </p:nvSpPr>
        <p:spPr>
          <a:xfrm>
            <a:off x="229042" y="2510706"/>
            <a:ext cx="1370322" cy="221405"/>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endParaRPr lang="en-US" sz="1800" b="1" dirty="0">
              <a:solidFill>
                <a:schemeClr val="bg1"/>
              </a:solidFill>
              <a:cs typeface="Arial" pitchFamily="34" charset="0"/>
            </a:endParaRPr>
          </a:p>
        </p:txBody>
      </p:sp>
      <p:sp>
        <p:nvSpPr>
          <p:cNvPr id="51" name="Rectangle: Rounded Corners 9">
            <a:extLst>
              <a:ext uri="{FF2B5EF4-FFF2-40B4-BE49-F238E27FC236}">
                <a16:creationId xmlns:a16="http://schemas.microsoft.com/office/drawing/2014/main" id="{166CA396-F8A3-4993-BC4D-47563DE98017}"/>
              </a:ext>
            </a:extLst>
          </p:cNvPr>
          <p:cNvSpPr/>
          <p:nvPr/>
        </p:nvSpPr>
        <p:spPr>
          <a:xfrm>
            <a:off x="2421414" y="5965415"/>
            <a:ext cx="1757587" cy="453450"/>
          </a:xfrm>
          <a:prstGeom prst="roundRect">
            <a:avLst>
              <a:gd name="adj" fmla="val 50000"/>
            </a:avLst>
          </a:prstGeom>
          <a:solidFill>
            <a:schemeClr val="accent5">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800" dirty="0"/>
              <a:t>600</a:t>
            </a:r>
            <a:endParaRPr lang="ko-KR" altLang="en-US" sz="1800" dirty="0"/>
          </a:p>
        </p:txBody>
      </p:sp>
      <p:sp>
        <p:nvSpPr>
          <p:cNvPr id="56" name="Rectangle: Rounded Corners 8">
            <a:extLst>
              <a:ext uri="{FF2B5EF4-FFF2-40B4-BE49-F238E27FC236}">
                <a16:creationId xmlns:a16="http://schemas.microsoft.com/office/drawing/2014/main" id="{84C25646-C3D9-70B6-9C40-42AE9643650A}"/>
              </a:ext>
            </a:extLst>
          </p:cNvPr>
          <p:cNvSpPr/>
          <p:nvPr/>
        </p:nvSpPr>
        <p:spPr>
          <a:xfrm>
            <a:off x="2343190" y="4661638"/>
            <a:ext cx="1757587" cy="453450"/>
          </a:xfrm>
          <a:prstGeom prst="roundRect">
            <a:avLst>
              <a:gd name="adj" fmla="val 50000"/>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800" dirty="0"/>
              <a:t>11,800</a:t>
            </a:r>
            <a:endParaRPr lang="ko-KR" altLang="en-US" sz="1800" dirty="0"/>
          </a:p>
        </p:txBody>
      </p:sp>
      <p:sp>
        <p:nvSpPr>
          <p:cNvPr id="62" name="Rectangle: Rounded Corners 8">
            <a:extLst>
              <a:ext uri="{FF2B5EF4-FFF2-40B4-BE49-F238E27FC236}">
                <a16:creationId xmlns:a16="http://schemas.microsoft.com/office/drawing/2014/main" id="{9C82A9C9-20BC-17E8-38E9-91CF92E5EAA3}"/>
              </a:ext>
            </a:extLst>
          </p:cNvPr>
          <p:cNvSpPr/>
          <p:nvPr/>
        </p:nvSpPr>
        <p:spPr>
          <a:xfrm>
            <a:off x="4407230" y="5307147"/>
            <a:ext cx="1757587" cy="453450"/>
          </a:xfrm>
          <a:prstGeom prst="roundRect">
            <a:avLst>
              <a:gd name="adj" fmla="val 50000"/>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800" dirty="0"/>
              <a:t>350</a:t>
            </a:r>
            <a:endParaRPr lang="ko-KR" altLang="en-US" sz="1800" dirty="0"/>
          </a:p>
        </p:txBody>
      </p:sp>
      <p:sp>
        <p:nvSpPr>
          <p:cNvPr id="69" name="Rectangle: Rounded Corners 9">
            <a:extLst>
              <a:ext uri="{FF2B5EF4-FFF2-40B4-BE49-F238E27FC236}">
                <a16:creationId xmlns:a16="http://schemas.microsoft.com/office/drawing/2014/main" id="{7523DDB2-6BE9-C1D8-AE45-3A540AE0FB5C}"/>
              </a:ext>
            </a:extLst>
          </p:cNvPr>
          <p:cNvSpPr/>
          <p:nvPr/>
        </p:nvSpPr>
        <p:spPr>
          <a:xfrm>
            <a:off x="8432616" y="4682315"/>
            <a:ext cx="1757587" cy="453450"/>
          </a:xfrm>
          <a:prstGeom prst="roundRect">
            <a:avLst>
              <a:gd name="adj" fmla="val 50000"/>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effectLst/>
                <a:latin typeface="Arial MT"/>
                <a:ea typeface="Arial MT"/>
                <a:cs typeface="Arial MT"/>
              </a:rPr>
              <a:t>Balance</a:t>
            </a:r>
            <a:r>
              <a:rPr lang="en-US" sz="1800" spc="-10" dirty="0">
                <a:effectLst/>
                <a:latin typeface="Arial MT"/>
                <a:ea typeface="Arial MT"/>
                <a:cs typeface="Arial MT"/>
              </a:rPr>
              <a:t> </a:t>
            </a:r>
            <a:r>
              <a:rPr lang="en-US" sz="1800" spc="-25" dirty="0">
                <a:effectLst/>
                <a:latin typeface="Arial MT"/>
                <a:ea typeface="Arial MT"/>
                <a:cs typeface="Arial MT"/>
              </a:rPr>
              <a:t>c/d</a:t>
            </a:r>
            <a:endParaRPr lang="ko-KR" altLang="en-US" sz="1800" dirty="0"/>
          </a:p>
        </p:txBody>
      </p:sp>
      <p:sp>
        <p:nvSpPr>
          <p:cNvPr id="73" name="Text Placeholder 17">
            <a:extLst>
              <a:ext uri="{FF2B5EF4-FFF2-40B4-BE49-F238E27FC236}">
                <a16:creationId xmlns:a16="http://schemas.microsoft.com/office/drawing/2014/main" id="{AE314D89-F734-39EC-A80C-2A1B4EADF8CC}"/>
              </a:ext>
            </a:extLst>
          </p:cNvPr>
          <p:cNvSpPr txBox="1">
            <a:spLocks/>
          </p:cNvSpPr>
          <p:nvPr/>
        </p:nvSpPr>
        <p:spPr>
          <a:xfrm>
            <a:off x="8432617" y="4583677"/>
            <a:ext cx="1370322" cy="221405"/>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endParaRPr lang="en-US" sz="1800" b="1" dirty="0">
              <a:solidFill>
                <a:schemeClr val="bg1"/>
              </a:solidFill>
              <a:cs typeface="Arial" pitchFamily="34" charset="0"/>
            </a:endParaRPr>
          </a:p>
        </p:txBody>
      </p:sp>
      <p:sp>
        <p:nvSpPr>
          <p:cNvPr id="74" name="Rectangle: Rounded Corners 8">
            <a:extLst>
              <a:ext uri="{FF2B5EF4-FFF2-40B4-BE49-F238E27FC236}">
                <a16:creationId xmlns:a16="http://schemas.microsoft.com/office/drawing/2014/main" id="{AAB88BF8-B986-DD22-B205-E60B5657DD06}"/>
              </a:ext>
            </a:extLst>
          </p:cNvPr>
          <p:cNvSpPr/>
          <p:nvPr/>
        </p:nvSpPr>
        <p:spPr>
          <a:xfrm>
            <a:off x="4371488" y="5979956"/>
            <a:ext cx="1757587" cy="453450"/>
          </a:xfrm>
          <a:prstGeom prst="roundRect">
            <a:avLst>
              <a:gd name="adj" fmla="val 50000"/>
            </a:avLst>
          </a:prstGeom>
          <a:solidFill>
            <a:schemeClr val="accent6">
              <a:lumMod val="90000"/>
              <a:lumOff val="1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800" dirty="0"/>
              <a:t>12,120</a:t>
            </a:r>
            <a:endParaRPr lang="ko-KR" altLang="en-US" sz="1800" dirty="0"/>
          </a:p>
        </p:txBody>
      </p:sp>
      <p:sp>
        <p:nvSpPr>
          <p:cNvPr id="79" name="Text Placeholder 17">
            <a:extLst>
              <a:ext uri="{FF2B5EF4-FFF2-40B4-BE49-F238E27FC236}">
                <a16:creationId xmlns:a16="http://schemas.microsoft.com/office/drawing/2014/main" id="{BC67FDC2-3B5C-BDFC-4868-DAF2BDF1874F}"/>
              </a:ext>
            </a:extLst>
          </p:cNvPr>
          <p:cNvSpPr txBox="1">
            <a:spLocks/>
          </p:cNvSpPr>
          <p:nvPr/>
        </p:nvSpPr>
        <p:spPr>
          <a:xfrm>
            <a:off x="2154042" y="4365688"/>
            <a:ext cx="1370322" cy="221405"/>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endParaRPr lang="en-US" sz="1800" b="1" dirty="0">
              <a:solidFill>
                <a:schemeClr val="bg1"/>
              </a:solidFill>
              <a:cs typeface="Arial" pitchFamily="34" charset="0"/>
            </a:endParaRPr>
          </a:p>
        </p:txBody>
      </p:sp>
      <p:sp>
        <p:nvSpPr>
          <p:cNvPr id="85" name="Rectangle: Rounded Corners 8">
            <a:extLst>
              <a:ext uri="{FF2B5EF4-FFF2-40B4-BE49-F238E27FC236}">
                <a16:creationId xmlns:a16="http://schemas.microsoft.com/office/drawing/2014/main" id="{E8D32384-B88F-2887-04A9-636B7AD9DAD6}"/>
              </a:ext>
            </a:extLst>
          </p:cNvPr>
          <p:cNvSpPr/>
          <p:nvPr/>
        </p:nvSpPr>
        <p:spPr>
          <a:xfrm>
            <a:off x="6437288" y="4698404"/>
            <a:ext cx="1757587" cy="453450"/>
          </a:xfrm>
          <a:prstGeom prst="roundRect">
            <a:avLst>
              <a:gd name="adj" fmla="val 50000"/>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effectLst/>
                <a:latin typeface="Arial MT"/>
                <a:ea typeface="Arial MT"/>
                <a:cs typeface="Arial MT"/>
              </a:rPr>
              <a:t>Balance</a:t>
            </a:r>
            <a:r>
              <a:rPr lang="en-US" sz="1800" spc="-10" dirty="0">
                <a:effectLst/>
                <a:latin typeface="Arial MT"/>
                <a:ea typeface="Arial MT"/>
                <a:cs typeface="Arial MT"/>
              </a:rPr>
              <a:t> </a:t>
            </a:r>
            <a:r>
              <a:rPr lang="en-US" sz="1800" spc="-25" dirty="0">
                <a:effectLst/>
                <a:latin typeface="Arial MT"/>
                <a:ea typeface="Arial MT"/>
                <a:cs typeface="Arial MT"/>
              </a:rPr>
              <a:t>b/d</a:t>
            </a:r>
            <a:endParaRPr lang="ko-KR" altLang="en-US" sz="1800" dirty="0"/>
          </a:p>
        </p:txBody>
      </p:sp>
      <p:sp>
        <p:nvSpPr>
          <p:cNvPr id="87" name="Rectangle: Rounded Corners 8">
            <a:extLst>
              <a:ext uri="{FF2B5EF4-FFF2-40B4-BE49-F238E27FC236}">
                <a16:creationId xmlns:a16="http://schemas.microsoft.com/office/drawing/2014/main" id="{99C28E45-E31E-4C7B-87C5-2E23EBA50038}"/>
              </a:ext>
            </a:extLst>
          </p:cNvPr>
          <p:cNvSpPr/>
          <p:nvPr/>
        </p:nvSpPr>
        <p:spPr>
          <a:xfrm>
            <a:off x="6457561" y="5966868"/>
            <a:ext cx="1757587" cy="453450"/>
          </a:xfrm>
          <a:prstGeom prst="roundRect">
            <a:avLst>
              <a:gd name="adj" fmla="val 50000"/>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effectLst/>
                <a:latin typeface="Arial MT"/>
                <a:ea typeface="Arial MT"/>
                <a:cs typeface="Arial MT"/>
              </a:rPr>
              <a:t>Income</a:t>
            </a:r>
            <a:r>
              <a:rPr lang="en-US" sz="1400" spc="-25" dirty="0">
                <a:effectLst/>
                <a:latin typeface="Arial MT"/>
                <a:ea typeface="Arial MT"/>
                <a:cs typeface="Arial MT"/>
              </a:rPr>
              <a:t> </a:t>
            </a:r>
            <a:r>
              <a:rPr lang="en-US" sz="1400" dirty="0">
                <a:effectLst/>
                <a:latin typeface="Arial MT"/>
                <a:ea typeface="Arial MT"/>
                <a:cs typeface="Arial MT"/>
              </a:rPr>
              <a:t>&amp;</a:t>
            </a:r>
            <a:r>
              <a:rPr lang="en-US" sz="1400" spc="-5" dirty="0">
                <a:effectLst/>
                <a:latin typeface="Arial MT"/>
                <a:ea typeface="Arial MT"/>
                <a:cs typeface="Arial MT"/>
              </a:rPr>
              <a:t> </a:t>
            </a:r>
            <a:r>
              <a:rPr lang="en-US" sz="1400" spc="-10" dirty="0">
                <a:effectLst/>
                <a:latin typeface="Arial MT"/>
                <a:ea typeface="Arial MT"/>
                <a:cs typeface="Arial MT"/>
              </a:rPr>
              <a:t>expenditure</a:t>
            </a:r>
            <a:endParaRPr lang="ko-KR" altLang="en-US" sz="1400" dirty="0"/>
          </a:p>
        </p:txBody>
      </p:sp>
      <p:sp>
        <p:nvSpPr>
          <p:cNvPr id="88" name="Rectangle: Rounded Corners 8">
            <a:extLst>
              <a:ext uri="{FF2B5EF4-FFF2-40B4-BE49-F238E27FC236}">
                <a16:creationId xmlns:a16="http://schemas.microsoft.com/office/drawing/2014/main" id="{A148BBB0-E17F-B01B-4CCC-A1E939CDEBF7}"/>
              </a:ext>
            </a:extLst>
          </p:cNvPr>
          <p:cNvSpPr/>
          <p:nvPr/>
        </p:nvSpPr>
        <p:spPr>
          <a:xfrm>
            <a:off x="8432617" y="5970725"/>
            <a:ext cx="1757587" cy="453450"/>
          </a:xfrm>
          <a:prstGeom prst="roundRect">
            <a:avLst>
              <a:gd name="adj" fmla="val 50000"/>
            </a:avLst>
          </a:prstGeom>
          <a:solidFill>
            <a:schemeClr val="accent6">
              <a:lumMod val="90000"/>
              <a:lumOff val="1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effectLst/>
                <a:latin typeface="Arial MT"/>
                <a:ea typeface="Arial MT"/>
                <a:cs typeface="Arial MT"/>
              </a:rPr>
              <a:t>Balance</a:t>
            </a:r>
            <a:r>
              <a:rPr lang="en-US" sz="1800" spc="-10" dirty="0">
                <a:effectLst/>
                <a:latin typeface="Arial MT"/>
                <a:ea typeface="Arial MT"/>
                <a:cs typeface="Arial MT"/>
              </a:rPr>
              <a:t> </a:t>
            </a:r>
            <a:r>
              <a:rPr lang="en-US" sz="1800" spc="-25" dirty="0">
                <a:effectLst/>
                <a:latin typeface="Arial MT"/>
                <a:ea typeface="Arial MT"/>
                <a:cs typeface="Arial MT"/>
              </a:rPr>
              <a:t>b/d</a:t>
            </a:r>
            <a:endParaRPr lang="ko-KR" altLang="en-US" sz="1800" dirty="0"/>
          </a:p>
        </p:txBody>
      </p:sp>
      <p:sp>
        <p:nvSpPr>
          <p:cNvPr id="90" name="Rectangle: Rounded Corners 8">
            <a:extLst>
              <a:ext uri="{FF2B5EF4-FFF2-40B4-BE49-F238E27FC236}">
                <a16:creationId xmlns:a16="http://schemas.microsoft.com/office/drawing/2014/main" id="{B9AF7030-2810-B8BC-4D6D-2D9455882653}"/>
              </a:ext>
            </a:extLst>
          </p:cNvPr>
          <p:cNvSpPr/>
          <p:nvPr/>
        </p:nvSpPr>
        <p:spPr>
          <a:xfrm>
            <a:off x="6457561" y="5336493"/>
            <a:ext cx="1757587" cy="453450"/>
          </a:xfrm>
          <a:prstGeom prst="roundRect">
            <a:avLst>
              <a:gd name="adj" fmla="val 50000"/>
            </a:avLst>
          </a:prstGeom>
          <a:solidFill>
            <a:schemeClr val="accent6">
              <a:lumMod val="90000"/>
              <a:lumOff val="1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800" dirty="0"/>
              <a:t>790</a:t>
            </a:r>
            <a:endParaRPr lang="ko-KR" altLang="en-US" sz="1800" dirty="0"/>
          </a:p>
        </p:txBody>
      </p:sp>
      <p:sp>
        <p:nvSpPr>
          <p:cNvPr id="91" name="Text Placeholder 17">
            <a:extLst>
              <a:ext uri="{FF2B5EF4-FFF2-40B4-BE49-F238E27FC236}">
                <a16:creationId xmlns:a16="http://schemas.microsoft.com/office/drawing/2014/main" id="{AD4C9941-6580-DD61-F350-88D7E2AB6E7A}"/>
              </a:ext>
            </a:extLst>
          </p:cNvPr>
          <p:cNvSpPr txBox="1">
            <a:spLocks/>
          </p:cNvSpPr>
          <p:nvPr/>
        </p:nvSpPr>
        <p:spPr>
          <a:xfrm>
            <a:off x="4179001" y="5115088"/>
            <a:ext cx="1370322" cy="221405"/>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endParaRPr lang="en-US" sz="1800" b="1" dirty="0">
              <a:solidFill>
                <a:schemeClr val="bg1"/>
              </a:solidFill>
              <a:cs typeface="Arial" pitchFamily="34" charset="0"/>
            </a:endParaRPr>
          </a:p>
        </p:txBody>
      </p:sp>
      <p:sp>
        <p:nvSpPr>
          <p:cNvPr id="7" name="Text Placeholder 6">
            <a:extLst>
              <a:ext uri="{FF2B5EF4-FFF2-40B4-BE49-F238E27FC236}">
                <a16:creationId xmlns:a16="http://schemas.microsoft.com/office/drawing/2014/main" id="{68B32A56-8590-42BE-909A-D9FDF4088EB5}"/>
              </a:ext>
            </a:extLst>
          </p:cNvPr>
          <p:cNvSpPr>
            <a:spLocks noGrp="1"/>
          </p:cNvSpPr>
          <p:nvPr>
            <p:ph type="body" sz="quarter" idx="10"/>
          </p:nvPr>
        </p:nvSpPr>
        <p:spPr/>
        <p:txBody>
          <a:bodyPr/>
          <a:lstStyle/>
          <a:p>
            <a:r>
              <a:rPr lang="en-US" dirty="0"/>
              <a:t>Game</a:t>
            </a:r>
            <a:endParaRPr lang="en-MY" dirty="0"/>
          </a:p>
        </p:txBody>
      </p:sp>
      <p:sp>
        <p:nvSpPr>
          <p:cNvPr id="8" name="TextBox 7">
            <a:extLst>
              <a:ext uri="{FF2B5EF4-FFF2-40B4-BE49-F238E27FC236}">
                <a16:creationId xmlns:a16="http://schemas.microsoft.com/office/drawing/2014/main" id="{5BF7DF03-0072-44D9-88BD-AF1C8AF3716C}"/>
              </a:ext>
            </a:extLst>
          </p:cNvPr>
          <p:cNvSpPr txBox="1"/>
          <p:nvPr/>
        </p:nvSpPr>
        <p:spPr>
          <a:xfrm>
            <a:off x="4327894" y="976148"/>
            <a:ext cx="3564466" cy="369332"/>
          </a:xfrm>
          <a:prstGeom prst="rect">
            <a:avLst/>
          </a:prstGeom>
          <a:noFill/>
        </p:spPr>
        <p:txBody>
          <a:bodyPr wrap="square" rtlCol="0">
            <a:spAutoFit/>
          </a:bodyPr>
          <a:lstStyle/>
          <a:p>
            <a:pPr algn="ctr"/>
            <a:r>
              <a:rPr lang="en-US" dirty="0"/>
              <a:t>Mix and Match</a:t>
            </a:r>
            <a:endParaRPr lang="en-MY" dirty="0"/>
          </a:p>
        </p:txBody>
      </p:sp>
      <p:sp>
        <p:nvSpPr>
          <p:cNvPr id="2" name="Rectangle: Rounded Corners 8">
            <a:extLst>
              <a:ext uri="{FF2B5EF4-FFF2-40B4-BE49-F238E27FC236}">
                <a16:creationId xmlns:a16="http://schemas.microsoft.com/office/drawing/2014/main" id="{0B414B24-04FC-0650-8640-575A38577C7E}"/>
              </a:ext>
            </a:extLst>
          </p:cNvPr>
          <p:cNvSpPr/>
          <p:nvPr/>
        </p:nvSpPr>
        <p:spPr>
          <a:xfrm>
            <a:off x="2343189" y="5262963"/>
            <a:ext cx="1757587" cy="453450"/>
          </a:xfrm>
          <a:prstGeom prst="roundRect">
            <a:avLst>
              <a:gd name="adj" fmla="val 50000"/>
            </a:avLst>
          </a:prstGeom>
          <a:solidFill>
            <a:schemeClr val="accent6">
              <a:lumMod val="90000"/>
              <a:lumOff val="1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800" dirty="0"/>
              <a:t>Bank</a:t>
            </a:r>
            <a:endParaRPr lang="ko-KR" altLang="en-US" sz="1800" dirty="0"/>
          </a:p>
        </p:txBody>
      </p:sp>
      <p:grpSp>
        <p:nvGrpSpPr>
          <p:cNvPr id="113" name="그룹 112">
            <a:extLst>
              <a:ext uri="{FF2B5EF4-FFF2-40B4-BE49-F238E27FC236}">
                <a16:creationId xmlns:a16="http://schemas.microsoft.com/office/drawing/2014/main" id="{A3120ADF-1A01-4008-8BCF-DC926D243197}"/>
              </a:ext>
            </a:extLst>
          </p:cNvPr>
          <p:cNvGrpSpPr/>
          <p:nvPr/>
        </p:nvGrpSpPr>
        <p:grpSpPr>
          <a:xfrm>
            <a:off x="418461" y="4583677"/>
            <a:ext cx="1639338" cy="1777250"/>
            <a:chOff x="4319431" y="3765048"/>
            <a:chExt cx="2176153" cy="2359226"/>
          </a:xfrm>
        </p:grpSpPr>
        <p:grpSp>
          <p:nvGrpSpPr>
            <p:cNvPr id="114" name="그룹 113">
              <a:extLst>
                <a:ext uri="{FF2B5EF4-FFF2-40B4-BE49-F238E27FC236}">
                  <a16:creationId xmlns:a16="http://schemas.microsoft.com/office/drawing/2014/main" id="{3BF0FBCA-3EA9-49E1-AE5D-A561C4A9F1D2}"/>
                </a:ext>
              </a:extLst>
            </p:cNvPr>
            <p:cNvGrpSpPr/>
            <p:nvPr/>
          </p:nvGrpSpPr>
          <p:grpSpPr>
            <a:xfrm rot="18597903">
              <a:off x="3994832" y="4350071"/>
              <a:ext cx="2093670" cy="923624"/>
              <a:chOff x="5350038" y="4658433"/>
              <a:chExt cx="1439306" cy="634951"/>
            </a:xfrm>
          </p:grpSpPr>
          <p:sp>
            <p:nvSpPr>
              <p:cNvPr id="121" name="Graphic 2">
                <a:extLst>
                  <a:ext uri="{FF2B5EF4-FFF2-40B4-BE49-F238E27FC236}">
                    <a16:creationId xmlns:a16="http://schemas.microsoft.com/office/drawing/2014/main" id="{7FB02C6A-292E-46AA-B5B5-225789B164A3}"/>
                  </a:ext>
                </a:extLst>
              </p:cNvPr>
              <p:cNvSpPr/>
              <p:nvPr/>
            </p:nvSpPr>
            <p:spPr>
              <a:xfrm>
                <a:off x="5350038" y="4658433"/>
                <a:ext cx="1439306" cy="634951"/>
              </a:xfrm>
              <a:custGeom>
                <a:avLst/>
                <a:gdLst>
                  <a:gd name="connsiteX0" fmla="*/ 4614057 w 4658607"/>
                  <a:gd name="connsiteY0" fmla="*/ 2055149 h 2055149"/>
                  <a:gd name="connsiteX1" fmla="*/ 44551 w 4658607"/>
                  <a:gd name="connsiteY1" fmla="*/ 2055149 h 2055149"/>
                  <a:gd name="connsiteX2" fmla="*/ 0 w 4658607"/>
                  <a:gd name="connsiteY2" fmla="*/ 2010599 h 2055149"/>
                  <a:gd name="connsiteX3" fmla="*/ 0 w 4658607"/>
                  <a:gd name="connsiteY3" fmla="*/ 44551 h 2055149"/>
                  <a:gd name="connsiteX4" fmla="*/ 44551 w 4658607"/>
                  <a:gd name="connsiteY4" fmla="*/ 0 h 2055149"/>
                  <a:gd name="connsiteX5" fmla="*/ 4614057 w 4658607"/>
                  <a:gd name="connsiteY5" fmla="*/ 0 h 2055149"/>
                  <a:gd name="connsiteX6" fmla="*/ 4658608 w 4658607"/>
                  <a:gd name="connsiteY6" fmla="*/ 44551 h 2055149"/>
                  <a:gd name="connsiteX7" fmla="*/ 4658608 w 4658607"/>
                  <a:gd name="connsiteY7" fmla="*/ 2010533 h 2055149"/>
                  <a:gd name="connsiteX8" fmla="*/ 4614057 w 4658607"/>
                  <a:gd name="connsiteY8" fmla="*/ 2055149 h 2055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58607" h="2055149">
                    <a:moveTo>
                      <a:pt x="4614057" y="2055149"/>
                    </a:moveTo>
                    <a:lnTo>
                      <a:pt x="44551" y="2055149"/>
                    </a:lnTo>
                    <a:cubicBezTo>
                      <a:pt x="19925" y="2055149"/>
                      <a:pt x="0" y="2035158"/>
                      <a:pt x="0" y="2010599"/>
                    </a:cubicBezTo>
                    <a:lnTo>
                      <a:pt x="0" y="44551"/>
                    </a:lnTo>
                    <a:cubicBezTo>
                      <a:pt x="0" y="19925"/>
                      <a:pt x="19991" y="0"/>
                      <a:pt x="44551" y="0"/>
                    </a:cubicBezTo>
                    <a:lnTo>
                      <a:pt x="4614057" y="0"/>
                    </a:lnTo>
                    <a:cubicBezTo>
                      <a:pt x="4638683" y="0"/>
                      <a:pt x="4658608" y="19991"/>
                      <a:pt x="4658608" y="44551"/>
                    </a:cubicBezTo>
                    <a:lnTo>
                      <a:pt x="4658608" y="2010533"/>
                    </a:lnTo>
                    <a:cubicBezTo>
                      <a:pt x="4658608" y="2035158"/>
                      <a:pt x="4638683" y="2055149"/>
                      <a:pt x="4614057" y="2055149"/>
                    </a:cubicBezTo>
                    <a:close/>
                  </a:path>
                </a:pathLst>
              </a:custGeom>
              <a:solidFill>
                <a:srgbClr val="69A434"/>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122" name="자유형: 도형 121">
                <a:extLst>
                  <a:ext uri="{FF2B5EF4-FFF2-40B4-BE49-F238E27FC236}">
                    <a16:creationId xmlns:a16="http://schemas.microsoft.com/office/drawing/2014/main" id="{19460B7E-2037-48C9-A38C-2856C5FFD98F}"/>
                  </a:ext>
                </a:extLst>
              </p:cNvPr>
              <p:cNvSpPr/>
              <p:nvPr/>
            </p:nvSpPr>
            <p:spPr>
              <a:xfrm>
                <a:off x="5415279" y="4698642"/>
                <a:ext cx="1308823" cy="554534"/>
              </a:xfrm>
              <a:custGeom>
                <a:avLst/>
                <a:gdLst>
                  <a:gd name="connsiteX0" fmla="*/ 664341 w 1308823"/>
                  <a:gd name="connsiteY0" fmla="*/ 293220 h 554534"/>
                  <a:gd name="connsiteX1" fmla="*/ 695939 w 1308823"/>
                  <a:gd name="connsiteY1" fmla="*/ 324143 h 554534"/>
                  <a:gd name="connsiteX2" fmla="*/ 679025 w 1308823"/>
                  <a:gd name="connsiteY2" fmla="*/ 358830 h 554534"/>
                  <a:gd name="connsiteX3" fmla="*/ 664361 w 1308823"/>
                  <a:gd name="connsiteY3" fmla="*/ 364699 h 554534"/>
                  <a:gd name="connsiteX4" fmla="*/ 664341 w 1308823"/>
                  <a:gd name="connsiteY4" fmla="*/ 364699 h 554534"/>
                  <a:gd name="connsiteX5" fmla="*/ 643766 w 1308823"/>
                  <a:gd name="connsiteY5" fmla="*/ 189999 h 554534"/>
                  <a:gd name="connsiteX6" fmla="*/ 643766 w 1308823"/>
                  <a:gd name="connsiteY6" fmla="*/ 257613 h 554534"/>
                  <a:gd name="connsiteX7" fmla="*/ 612843 w 1308823"/>
                  <a:gd name="connsiteY7" fmla="*/ 230391 h 554534"/>
                  <a:gd name="connsiteX8" fmla="*/ 629757 w 1308823"/>
                  <a:gd name="connsiteY8" fmla="*/ 195705 h 554534"/>
                  <a:gd name="connsiteX9" fmla="*/ 643766 w 1308823"/>
                  <a:gd name="connsiteY9" fmla="*/ 189999 h 554534"/>
                  <a:gd name="connsiteX10" fmla="*/ 643787 w 1308823"/>
                  <a:gd name="connsiteY10" fmla="*/ 147315 h 554534"/>
                  <a:gd name="connsiteX11" fmla="*/ 643787 w 1308823"/>
                  <a:gd name="connsiteY11" fmla="*/ 159750 h 554534"/>
                  <a:gd name="connsiteX12" fmla="*/ 609796 w 1308823"/>
                  <a:gd name="connsiteY12" fmla="*/ 171694 h 554534"/>
                  <a:gd name="connsiteX13" fmla="*/ 579158 w 1308823"/>
                  <a:gd name="connsiteY13" fmla="*/ 234052 h 554534"/>
                  <a:gd name="connsiteX14" fmla="*/ 643787 w 1308823"/>
                  <a:gd name="connsiteY14" fmla="*/ 287411 h 554534"/>
                  <a:gd name="connsiteX15" fmla="*/ 643787 w 1308823"/>
                  <a:gd name="connsiteY15" fmla="*/ 364515 h 554534"/>
                  <a:gd name="connsiteX16" fmla="*/ 635933 w 1308823"/>
                  <a:gd name="connsiteY16" fmla="*/ 362061 h 554534"/>
                  <a:gd name="connsiteX17" fmla="*/ 612475 w 1308823"/>
                  <a:gd name="connsiteY17" fmla="*/ 330381 h 554534"/>
                  <a:gd name="connsiteX18" fmla="*/ 578463 w 1308823"/>
                  <a:gd name="connsiteY18" fmla="*/ 331301 h 554534"/>
                  <a:gd name="connsiteX19" fmla="*/ 620942 w 1308823"/>
                  <a:gd name="connsiteY19" fmla="*/ 388669 h 554534"/>
                  <a:gd name="connsiteX20" fmla="*/ 643787 w 1308823"/>
                  <a:gd name="connsiteY20" fmla="*/ 394743 h 554534"/>
                  <a:gd name="connsiteX21" fmla="*/ 643787 w 1308823"/>
                  <a:gd name="connsiteY21" fmla="*/ 407178 h 554534"/>
                  <a:gd name="connsiteX22" fmla="*/ 664361 w 1308823"/>
                  <a:gd name="connsiteY22" fmla="*/ 407178 h 554534"/>
                  <a:gd name="connsiteX23" fmla="*/ 664361 w 1308823"/>
                  <a:gd name="connsiteY23" fmla="*/ 394825 h 554534"/>
                  <a:gd name="connsiteX24" fmla="*/ 699007 w 1308823"/>
                  <a:gd name="connsiteY24" fmla="*/ 382820 h 554534"/>
                  <a:gd name="connsiteX25" fmla="*/ 729643 w 1308823"/>
                  <a:gd name="connsiteY25" fmla="*/ 319992 h 554534"/>
                  <a:gd name="connsiteX26" fmla="*/ 664361 w 1308823"/>
                  <a:gd name="connsiteY26" fmla="*/ 262030 h 554534"/>
                  <a:gd name="connsiteX27" fmla="*/ 664361 w 1308823"/>
                  <a:gd name="connsiteY27" fmla="*/ 189856 h 554534"/>
                  <a:gd name="connsiteX28" fmla="*/ 672869 w 1308823"/>
                  <a:gd name="connsiteY28" fmla="*/ 192453 h 554534"/>
                  <a:gd name="connsiteX29" fmla="*/ 696328 w 1308823"/>
                  <a:gd name="connsiteY29" fmla="*/ 224133 h 554534"/>
                  <a:gd name="connsiteX30" fmla="*/ 730339 w 1308823"/>
                  <a:gd name="connsiteY30" fmla="*/ 223213 h 554534"/>
                  <a:gd name="connsiteX31" fmla="*/ 687860 w 1308823"/>
                  <a:gd name="connsiteY31" fmla="*/ 165845 h 554534"/>
                  <a:gd name="connsiteX32" fmla="*/ 664361 w 1308823"/>
                  <a:gd name="connsiteY32" fmla="*/ 159668 h 554534"/>
                  <a:gd name="connsiteX33" fmla="*/ 664361 w 1308823"/>
                  <a:gd name="connsiteY33" fmla="*/ 147315 h 554534"/>
                  <a:gd name="connsiteX34" fmla="*/ 654401 w 1308823"/>
                  <a:gd name="connsiteY34" fmla="*/ 64444 h 554534"/>
                  <a:gd name="connsiteX35" fmla="*/ 867224 w 1308823"/>
                  <a:gd name="connsiteY35" fmla="*/ 277267 h 554534"/>
                  <a:gd name="connsiteX36" fmla="*/ 654401 w 1308823"/>
                  <a:gd name="connsiteY36" fmla="*/ 490090 h 554534"/>
                  <a:gd name="connsiteX37" fmla="*/ 441578 w 1308823"/>
                  <a:gd name="connsiteY37" fmla="*/ 277267 h 554534"/>
                  <a:gd name="connsiteX38" fmla="*/ 654401 w 1308823"/>
                  <a:gd name="connsiteY38" fmla="*/ 64444 h 554534"/>
                  <a:gd name="connsiteX39" fmla="*/ 137642 w 1308823"/>
                  <a:gd name="connsiteY39" fmla="*/ 34400 h 554534"/>
                  <a:gd name="connsiteX40" fmla="*/ 35995 w 1308823"/>
                  <a:gd name="connsiteY40" fmla="*/ 131322 h 554534"/>
                  <a:gd name="connsiteX41" fmla="*/ 35995 w 1308823"/>
                  <a:gd name="connsiteY41" fmla="*/ 419490 h 554534"/>
                  <a:gd name="connsiteX42" fmla="*/ 138071 w 1308823"/>
                  <a:gd name="connsiteY42" fmla="*/ 520155 h 554534"/>
                  <a:gd name="connsiteX43" fmla="*/ 1170527 w 1308823"/>
                  <a:gd name="connsiteY43" fmla="*/ 520155 h 554534"/>
                  <a:gd name="connsiteX44" fmla="*/ 1272807 w 1308823"/>
                  <a:gd name="connsiteY44" fmla="*/ 419490 h 554534"/>
                  <a:gd name="connsiteX45" fmla="*/ 1272807 w 1308823"/>
                  <a:gd name="connsiteY45" fmla="*/ 131322 h 554534"/>
                  <a:gd name="connsiteX46" fmla="*/ 1170957 w 1308823"/>
                  <a:gd name="connsiteY46" fmla="*/ 34400 h 554534"/>
                  <a:gd name="connsiteX47" fmla="*/ 13764 w 1308823"/>
                  <a:gd name="connsiteY47" fmla="*/ 0 h 554534"/>
                  <a:gd name="connsiteX48" fmla="*/ 1295059 w 1308823"/>
                  <a:gd name="connsiteY48" fmla="*/ 0 h 554534"/>
                  <a:gd name="connsiteX49" fmla="*/ 1308823 w 1308823"/>
                  <a:gd name="connsiteY49" fmla="*/ 13764 h 554534"/>
                  <a:gd name="connsiteX50" fmla="*/ 1308823 w 1308823"/>
                  <a:gd name="connsiteY50" fmla="*/ 540770 h 554534"/>
                  <a:gd name="connsiteX51" fmla="*/ 1295059 w 1308823"/>
                  <a:gd name="connsiteY51" fmla="*/ 554534 h 554534"/>
                  <a:gd name="connsiteX52" fmla="*/ 13764 w 1308823"/>
                  <a:gd name="connsiteY52" fmla="*/ 554534 h 554534"/>
                  <a:gd name="connsiteX53" fmla="*/ 0 w 1308823"/>
                  <a:gd name="connsiteY53" fmla="*/ 540770 h 554534"/>
                  <a:gd name="connsiteX54" fmla="*/ 0 w 1308823"/>
                  <a:gd name="connsiteY54" fmla="*/ 13764 h 554534"/>
                  <a:gd name="connsiteX55" fmla="*/ 13764 w 1308823"/>
                  <a:gd name="connsiteY55" fmla="*/ 0 h 554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308823" h="554534">
                    <a:moveTo>
                      <a:pt x="664341" y="293220"/>
                    </a:moveTo>
                    <a:cubicBezTo>
                      <a:pt x="679536" y="298353"/>
                      <a:pt x="691767" y="306268"/>
                      <a:pt x="695939" y="324143"/>
                    </a:cubicBezTo>
                    <a:cubicBezTo>
                      <a:pt x="698107" y="337539"/>
                      <a:pt x="691603" y="350894"/>
                      <a:pt x="679025" y="358830"/>
                    </a:cubicBezTo>
                    <a:cubicBezTo>
                      <a:pt x="674546" y="361652"/>
                      <a:pt x="669576" y="363636"/>
                      <a:pt x="664361" y="364699"/>
                    </a:cubicBezTo>
                    <a:lnTo>
                      <a:pt x="664341" y="364699"/>
                    </a:lnTo>
                    <a:close/>
                    <a:moveTo>
                      <a:pt x="643766" y="189999"/>
                    </a:moveTo>
                    <a:lnTo>
                      <a:pt x="643766" y="257613"/>
                    </a:lnTo>
                    <a:cubicBezTo>
                      <a:pt x="627834" y="253788"/>
                      <a:pt x="615461" y="247878"/>
                      <a:pt x="612843" y="230391"/>
                    </a:cubicBezTo>
                    <a:cubicBezTo>
                      <a:pt x="610675" y="216995"/>
                      <a:pt x="617179" y="203640"/>
                      <a:pt x="629757" y="195705"/>
                    </a:cubicBezTo>
                    <a:cubicBezTo>
                      <a:pt x="634031" y="192985"/>
                      <a:pt x="638796" y="191062"/>
                      <a:pt x="643766" y="189999"/>
                    </a:cubicBezTo>
                    <a:close/>
                    <a:moveTo>
                      <a:pt x="643787" y="147315"/>
                    </a:moveTo>
                    <a:lnTo>
                      <a:pt x="643787" y="159750"/>
                    </a:lnTo>
                    <a:cubicBezTo>
                      <a:pt x="631720" y="161223"/>
                      <a:pt x="620021" y="165231"/>
                      <a:pt x="609796" y="171694"/>
                    </a:cubicBezTo>
                    <a:cubicBezTo>
                      <a:pt x="587176" y="185990"/>
                      <a:pt x="575395" y="209939"/>
                      <a:pt x="579158" y="234052"/>
                    </a:cubicBezTo>
                    <a:cubicBezTo>
                      <a:pt x="588198" y="272952"/>
                      <a:pt x="616913" y="280662"/>
                      <a:pt x="643787" y="287411"/>
                    </a:cubicBezTo>
                    <a:lnTo>
                      <a:pt x="643787" y="364515"/>
                    </a:lnTo>
                    <a:cubicBezTo>
                      <a:pt x="641087" y="363984"/>
                      <a:pt x="638469" y="363145"/>
                      <a:pt x="635933" y="362061"/>
                    </a:cubicBezTo>
                    <a:cubicBezTo>
                      <a:pt x="621985" y="356089"/>
                      <a:pt x="612966" y="343900"/>
                      <a:pt x="612475" y="330381"/>
                    </a:cubicBezTo>
                    <a:lnTo>
                      <a:pt x="578463" y="331301"/>
                    </a:lnTo>
                    <a:cubicBezTo>
                      <a:pt x="579343" y="355803"/>
                      <a:pt x="595684" y="377871"/>
                      <a:pt x="620942" y="388669"/>
                    </a:cubicBezTo>
                    <a:cubicBezTo>
                      <a:pt x="628243" y="391778"/>
                      <a:pt x="635953" y="393823"/>
                      <a:pt x="643787" y="394743"/>
                    </a:cubicBezTo>
                    <a:lnTo>
                      <a:pt x="643787" y="407178"/>
                    </a:lnTo>
                    <a:lnTo>
                      <a:pt x="664361" y="407178"/>
                    </a:lnTo>
                    <a:lnTo>
                      <a:pt x="664361" y="394825"/>
                    </a:lnTo>
                    <a:cubicBezTo>
                      <a:pt x="676673" y="393435"/>
                      <a:pt x="688597" y="389405"/>
                      <a:pt x="699007" y="382820"/>
                    </a:cubicBezTo>
                    <a:cubicBezTo>
                      <a:pt x="721790" y="368442"/>
                      <a:pt x="733570" y="344268"/>
                      <a:pt x="729643" y="319992"/>
                    </a:cubicBezTo>
                    <a:cubicBezTo>
                      <a:pt x="718334" y="277083"/>
                      <a:pt x="690233" y="267593"/>
                      <a:pt x="664361" y="262030"/>
                    </a:cubicBezTo>
                    <a:lnTo>
                      <a:pt x="664361" y="189856"/>
                    </a:lnTo>
                    <a:cubicBezTo>
                      <a:pt x="667265" y="190387"/>
                      <a:pt x="670129" y="191287"/>
                      <a:pt x="672869" y="192453"/>
                    </a:cubicBezTo>
                    <a:cubicBezTo>
                      <a:pt x="686817" y="198425"/>
                      <a:pt x="695837" y="210614"/>
                      <a:pt x="696328" y="224133"/>
                    </a:cubicBezTo>
                    <a:lnTo>
                      <a:pt x="730339" y="223213"/>
                    </a:lnTo>
                    <a:cubicBezTo>
                      <a:pt x="729460" y="198711"/>
                      <a:pt x="713118" y="176643"/>
                      <a:pt x="687860" y="165845"/>
                    </a:cubicBezTo>
                    <a:cubicBezTo>
                      <a:pt x="680355" y="162634"/>
                      <a:pt x="672419" y="160568"/>
                      <a:pt x="664361" y="159668"/>
                    </a:cubicBezTo>
                    <a:lnTo>
                      <a:pt x="664361" y="147315"/>
                    </a:lnTo>
                    <a:close/>
                    <a:moveTo>
                      <a:pt x="654401" y="64444"/>
                    </a:moveTo>
                    <a:cubicBezTo>
                      <a:pt x="771939" y="64444"/>
                      <a:pt x="867224" y="159730"/>
                      <a:pt x="867224" y="277267"/>
                    </a:cubicBezTo>
                    <a:cubicBezTo>
                      <a:pt x="867224" y="394805"/>
                      <a:pt x="771939" y="490090"/>
                      <a:pt x="654401" y="490090"/>
                    </a:cubicBezTo>
                    <a:cubicBezTo>
                      <a:pt x="536864" y="490090"/>
                      <a:pt x="441578" y="394805"/>
                      <a:pt x="441578" y="277267"/>
                    </a:cubicBezTo>
                    <a:cubicBezTo>
                      <a:pt x="441578" y="159730"/>
                      <a:pt x="536864" y="64444"/>
                      <a:pt x="654401" y="64444"/>
                    </a:cubicBezTo>
                    <a:close/>
                    <a:moveTo>
                      <a:pt x="137642" y="34400"/>
                    </a:moveTo>
                    <a:cubicBezTo>
                      <a:pt x="131015" y="86348"/>
                      <a:pt x="88679" y="127109"/>
                      <a:pt x="35995" y="131322"/>
                    </a:cubicBezTo>
                    <a:lnTo>
                      <a:pt x="35995" y="419490"/>
                    </a:lnTo>
                    <a:cubicBezTo>
                      <a:pt x="89927" y="423805"/>
                      <a:pt x="133040" y="466427"/>
                      <a:pt x="138071" y="520155"/>
                    </a:cubicBezTo>
                    <a:lnTo>
                      <a:pt x="1170527" y="520155"/>
                    </a:lnTo>
                    <a:cubicBezTo>
                      <a:pt x="1175558" y="466366"/>
                      <a:pt x="1218773" y="423703"/>
                      <a:pt x="1272807" y="419490"/>
                    </a:cubicBezTo>
                    <a:lnTo>
                      <a:pt x="1272807" y="131322"/>
                    </a:lnTo>
                    <a:cubicBezTo>
                      <a:pt x="1220041" y="127211"/>
                      <a:pt x="1177603" y="86410"/>
                      <a:pt x="1170957" y="34400"/>
                    </a:cubicBezTo>
                    <a:close/>
                    <a:moveTo>
                      <a:pt x="13764" y="0"/>
                    </a:moveTo>
                    <a:lnTo>
                      <a:pt x="1295059" y="0"/>
                    </a:lnTo>
                    <a:cubicBezTo>
                      <a:pt x="1302667" y="0"/>
                      <a:pt x="1308823" y="6177"/>
                      <a:pt x="1308823" y="13764"/>
                    </a:cubicBezTo>
                    <a:lnTo>
                      <a:pt x="1308823" y="540770"/>
                    </a:lnTo>
                    <a:cubicBezTo>
                      <a:pt x="1308844" y="548378"/>
                      <a:pt x="1302667" y="554534"/>
                      <a:pt x="1295059" y="554534"/>
                    </a:cubicBezTo>
                    <a:lnTo>
                      <a:pt x="13764" y="554534"/>
                    </a:lnTo>
                    <a:cubicBezTo>
                      <a:pt x="6156" y="554534"/>
                      <a:pt x="0" y="548358"/>
                      <a:pt x="0" y="540770"/>
                    </a:cubicBezTo>
                    <a:lnTo>
                      <a:pt x="0" y="13764"/>
                    </a:lnTo>
                    <a:cubicBezTo>
                      <a:pt x="0" y="6156"/>
                      <a:pt x="6177" y="0"/>
                      <a:pt x="13764" y="0"/>
                    </a:cubicBezTo>
                    <a:close/>
                  </a:path>
                </a:pathLst>
              </a:custGeom>
              <a:solidFill>
                <a:srgbClr val="086223"/>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dirty="0"/>
              </a:p>
            </p:txBody>
          </p:sp>
        </p:grpSp>
        <p:grpSp>
          <p:nvGrpSpPr>
            <p:cNvPr id="115" name="그룹 114">
              <a:extLst>
                <a:ext uri="{FF2B5EF4-FFF2-40B4-BE49-F238E27FC236}">
                  <a16:creationId xmlns:a16="http://schemas.microsoft.com/office/drawing/2014/main" id="{1ED96E66-88B5-45E2-870B-B6FC985CE86C}"/>
                </a:ext>
              </a:extLst>
            </p:cNvPr>
            <p:cNvGrpSpPr/>
            <p:nvPr/>
          </p:nvGrpSpPr>
          <p:grpSpPr>
            <a:xfrm rot="19800000">
              <a:off x="4319431" y="4727985"/>
              <a:ext cx="2093670" cy="923624"/>
              <a:chOff x="5350038" y="4658433"/>
              <a:chExt cx="1439306" cy="634951"/>
            </a:xfrm>
          </p:grpSpPr>
          <p:sp>
            <p:nvSpPr>
              <p:cNvPr id="119" name="Graphic 2">
                <a:extLst>
                  <a:ext uri="{FF2B5EF4-FFF2-40B4-BE49-F238E27FC236}">
                    <a16:creationId xmlns:a16="http://schemas.microsoft.com/office/drawing/2014/main" id="{7281F48C-1ABB-42D3-AFA7-E899DE970390}"/>
                  </a:ext>
                </a:extLst>
              </p:cNvPr>
              <p:cNvSpPr/>
              <p:nvPr/>
            </p:nvSpPr>
            <p:spPr>
              <a:xfrm>
                <a:off x="5350038" y="4658433"/>
                <a:ext cx="1439306" cy="634951"/>
              </a:xfrm>
              <a:custGeom>
                <a:avLst/>
                <a:gdLst>
                  <a:gd name="connsiteX0" fmla="*/ 4614057 w 4658607"/>
                  <a:gd name="connsiteY0" fmla="*/ 2055149 h 2055149"/>
                  <a:gd name="connsiteX1" fmla="*/ 44551 w 4658607"/>
                  <a:gd name="connsiteY1" fmla="*/ 2055149 h 2055149"/>
                  <a:gd name="connsiteX2" fmla="*/ 0 w 4658607"/>
                  <a:gd name="connsiteY2" fmla="*/ 2010599 h 2055149"/>
                  <a:gd name="connsiteX3" fmla="*/ 0 w 4658607"/>
                  <a:gd name="connsiteY3" fmla="*/ 44551 h 2055149"/>
                  <a:gd name="connsiteX4" fmla="*/ 44551 w 4658607"/>
                  <a:gd name="connsiteY4" fmla="*/ 0 h 2055149"/>
                  <a:gd name="connsiteX5" fmla="*/ 4614057 w 4658607"/>
                  <a:gd name="connsiteY5" fmla="*/ 0 h 2055149"/>
                  <a:gd name="connsiteX6" fmla="*/ 4658608 w 4658607"/>
                  <a:gd name="connsiteY6" fmla="*/ 44551 h 2055149"/>
                  <a:gd name="connsiteX7" fmla="*/ 4658608 w 4658607"/>
                  <a:gd name="connsiteY7" fmla="*/ 2010533 h 2055149"/>
                  <a:gd name="connsiteX8" fmla="*/ 4614057 w 4658607"/>
                  <a:gd name="connsiteY8" fmla="*/ 2055149 h 2055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58607" h="2055149">
                    <a:moveTo>
                      <a:pt x="4614057" y="2055149"/>
                    </a:moveTo>
                    <a:lnTo>
                      <a:pt x="44551" y="2055149"/>
                    </a:lnTo>
                    <a:cubicBezTo>
                      <a:pt x="19925" y="2055149"/>
                      <a:pt x="0" y="2035158"/>
                      <a:pt x="0" y="2010599"/>
                    </a:cubicBezTo>
                    <a:lnTo>
                      <a:pt x="0" y="44551"/>
                    </a:lnTo>
                    <a:cubicBezTo>
                      <a:pt x="0" y="19925"/>
                      <a:pt x="19991" y="0"/>
                      <a:pt x="44551" y="0"/>
                    </a:cubicBezTo>
                    <a:lnTo>
                      <a:pt x="4614057" y="0"/>
                    </a:lnTo>
                    <a:cubicBezTo>
                      <a:pt x="4638683" y="0"/>
                      <a:pt x="4658608" y="19991"/>
                      <a:pt x="4658608" y="44551"/>
                    </a:cubicBezTo>
                    <a:lnTo>
                      <a:pt x="4658608" y="2010533"/>
                    </a:lnTo>
                    <a:cubicBezTo>
                      <a:pt x="4658608" y="2035158"/>
                      <a:pt x="4638683" y="2055149"/>
                      <a:pt x="4614057" y="2055149"/>
                    </a:cubicBezTo>
                    <a:close/>
                  </a:path>
                </a:pathLst>
              </a:custGeom>
              <a:solidFill>
                <a:srgbClr val="69A434"/>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120" name="자유형: 도형 119">
                <a:extLst>
                  <a:ext uri="{FF2B5EF4-FFF2-40B4-BE49-F238E27FC236}">
                    <a16:creationId xmlns:a16="http://schemas.microsoft.com/office/drawing/2014/main" id="{0CEABF77-BDC5-4927-A372-676E43B095A6}"/>
                  </a:ext>
                </a:extLst>
              </p:cNvPr>
              <p:cNvSpPr/>
              <p:nvPr/>
            </p:nvSpPr>
            <p:spPr>
              <a:xfrm>
                <a:off x="5415279" y="4698642"/>
                <a:ext cx="1308823" cy="554534"/>
              </a:xfrm>
              <a:custGeom>
                <a:avLst/>
                <a:gdLst>
                  <a:gd name="connsiteX0" fmla="*/ 664341 w 1308823"/>
                  <a:gd name="connsiteY0" fmla="*/ 293220 h 554534"/>
                  <a:gd name="connsiteX1" fmla="*/ 695939 w 1308823"/>
                  <a:gd name="connsiteY1" fmla="*/ 324143 h 554534"/>
                  <a:gd name="connsiteX2" fmla="*/ 679025 w 1308823"/>
                  <a:gd name="connsiteY2" fmla="*/ 358830 h 554534"/>
                  <a:gd name="connsiteX3" fmla="*/ 664361 w 1308823"/>
                  <a:gd name="connsiteY3" fmla="*/ 364699 h 554534"/>
                  <a:gd name="connsiteX4" fmla="*/ 664341 w 1308823"/>
                  <a:gd name="connsiteY4" fmla="*/ 364699 h 554534"/>
                  <a:gd name="connsiteX5" fmla="*/ 643766 w 1308823"/>
                  <a:gd name="connsiteY5" fmla="*/ 189999 h 554534"/>
                  <a:gd name="connsiteX6" fmla="*/ 643766 w 1308823"/>
                  <a:gd name="connsiteY6" fmla="*/ 257613 h 554534"/>
                  <a:gd name="connsiteX7" fmla="*/ 612843 w 1308823"/>
                  <a:gd name="connsiteY7" fmla="*/ 230391 h 554534"/>
                  <a:gd name="connsiteX8" fmla="*/ 629757 w 1308823"/>
                  <a:gd name="connsiteY8" fmla="*/ 195705 h 554534"/>
                  <a:gd name="connsiteX9" fmla="*/ 643766 w 1308823"/>
                  <a:gd name="connsiteY9" fmla="*/ 189999 h 554534"/>
                  <a:gd name="connsiteX10" fmla="*/ 643787 w 1308823"/>
                  <a:gd name="connsiteY10" fmla="*/ 147315 h 554534"/>
                  <a:gd name="connsiteX11" fmla="*/ 643787 w 1308823"/>
                  <a:gd name="connsiteY11" fmla="*/ 159750 h 554534"/>
                  <a:gd name="connsiteX12" fmla="*/ 609796 w 1308823"/>
                  <a:gd name="connsiteY12" fmla="*/ 171694 h 554534"/>
                  <a:gd name="connsiteX13" fmla="*/ 579158 w 1308823"/>
                  <a:gd name="connsiteY13" fmla="*/ 234052 h 554534"/>
                  <a:gd name="connsiteX14" fmla="*/ 643787 w 1308823"/>
                  <a:gd name="connsiteY14" fmla="*/ 287411 h 554534"/>
                  <a:gd name="connsiteX15" fmla="*/ 643787 w 1308823"/>
                  <a:gd name="connsiteY15" fmla="*/ 364515 h 554534"/>
                  <a:gd name="connsiteX16" fmla="*/ 635933 w 1308823"/>
                  <a:gd name="connsiteY16" fmla="*/ 362061 h 554534"/>
                  <a:gd name="connsiteX17" fmla="*/ 612475 w 1308823"/>
                  <a:gd name="connsiteY17" fmla="*/ 330381 h 554534"/>
                  <a:gd name="connsiteX18" fmla="*/ 578463 w 1308823"/>
                  <a:gd name="connsiteY18" fmla="*/ 331301 h 554534"/>
                  <a:gd name="connsiteX19" fmla="*/ 620942 w 1308823"/>
                  <a:gd name="connsiteY19" fmla="*/ 388669 h 554534"/>
                  <a:gd name="connsiteX20" fmla="*/ 643787 w 1308823"/>
                  <a:gd name="connsiteY20" fmla="*/ 394743 h 554534"/>
                  <a:gd name="connsiteX21" fmla="*/ 643787 w 1308823"/>
                  <a:gd name="connsiteY21" fmla="*/ 407178 h 554534"/>
                  <a:gd name="connsiteX22" fmla="*/ 664361 w 1308823"/>
                  <a:gd name="connsiteY22" fmla="*/ 407178 h 554534"/>
                  <a:gd name="connsiteX23" fmla="*/ 664361 w 1308823"/>
                  <a:gd name="connsiteY23" fmla="*/ 394825 h 554534"/>
                  <a:gd name="connsiteX24" fmla="*/ 699007 w 1308823"/>
                  <a:gd name="connsiteY24" fmla="*/ 382820 h 554534"/>
                  <a:gd name="connsiteX25" fmla="*/ 729643 w 1308823"/>
                  <a:gd name="connsiteY25" fmla="*/ 319992 h 554534"/>
                  <a:gd name="connsiteX26" fmla="*/ 664361 w 1308823"/>
                  <a:gd name="connsiteY26" fmla="*/ 262030 h 554534"/>
                  <a:gd name="connsiteX27" fmla="*/ 664361 w 1308823"/>
                  <a:gd name="connsiteY27" fmla="*/ 189856 h 554534"/>
                  <a:gd name="connsiteX28" fmla="*/ 672869 w 1308823"/>
                  <a:gd name="connsiteY28" fmla="*/ 192453 h 554534"/>
                  <a:gd name="connsiteX29" fmla="*/ 696328 w 1308823"/>
                  <a:gd name="connsiteY29" fmla="*/ 224133 h 554534"/>
                  <a:gd name="connsiteX30" fmla="*/ 730339 w 1308823"/>
                  <a:gd name="connsiteY30" fmla="*/ 223213 h 554534"/>
                  <a:gd name="connsiteX31" fmla="*/ 687860 w 1308823"/>
                  <a:gd name="connsiteY31" fmla="*/ 165845 h 554534"/>
                  <a:gd name="connsiteX32" fmla="*/ 664361 w 1308823"/>
                  <a:gd name="connsiteY32" fmla="*/ 159668 h 554534"/>
                  <a:gd name="connsiteX33" fmla="*/ 664361 w 1308823"/>
                  <a:gd name="connsiteY33" fmla="*/ 147315 h 554534"/>
                  <a:gd name="connsiteX34" fmla="*/ 654401 w 1308823"/>
                  <a:gd name="connsiteY34" fmla="*/ 64444 h 554534"/>
                  <a:gd name="connsiteX35" fmla="*/ 867224 w 1308823"/>
                  <a:gd name="connsiteY35" fmla="*/ 277267 h 554534"/>
                  <a:gd name="connsiteX36" fmla="*/ 654401 w 1308823"/>
                  <a:gd name="connsiteY36" fmla="*/ 490090 h 554534"/>
                  <a:gd name="connsiteX37" fmla="*/ 441578 w 1308823"/>
                  <a:gd name="connsiteY37" fmla="*/ 277267 h 554534"/>
                  <a:gd name="connsiteX38" fmla="*/ 654401 w 1308823"/>
                  <a:gd name="connsiteY38" fmla="*/ 64444 h 554534"/>
                  <a:gd name="connsiteX39" fmla="*/ 137642 w 1308823"/>
                  <a:gd name="connsiteY39" fmla="*/ 34400 h 554534"/>
                  <a:gd name="connsiteX40" fmla="*/ 35995 w 1308823"/>
                  <a:gd name="connsiteY40" fmla="*/ 131322 h 554534"/>
                  <a:gd name="connsiteX41" fmla="*/ 35995 w 1308823"/>
                  <a:gd name="connsiteY41" fmla="*/ 419490 h 554534"/>
                  <a:gd name="connsiteX42" fmla="*/ 138071 w 1308823"/>
                  <a:gd name="connsiteY42" fmla="*/ 520155 h 554534"/>
                  <a:gd name="connsiteX43" fmla="*/ 1170527 w 1308823"/>
                  <a:gd name="connsiteY43" fmla="*/ 520155 h 554534"/>
                  <a:gd name="connsiteX44" fmla="*/ 1272807 w 1308823"/>
                  <a:gd name="connsiteY44" fmla="*/ 419490 h 554534"/>
                  <a:gd name="connsiteX45" fmla="*/ 1272807 w 1308823"/>
                  <a:gd name="connsiteY45" fmla="*/ 131322 h 554534"/>
                  <a:gd name="connsiteX46" fmla="*/ 1170957 w 1308823"/>
                  <a:gd name="connsiteY46" fmla="*/ 34400 h 554534"/>
                  <a:gd name="connsiteX47" fmla="*/ 13764 w 1308823"/>
                  <a:gd name="connsiteY47" fmla="*/ 0 h 554534"/>
                  <a:gd name="connsiteX48" fmla="*/ 1295059 w 1308823"/>
                  <a:gd name="connsiteY48" fmla="*/ 0 h 554534"/>
                  <a:gd name="connsiteX49" fmla="*/ 1308823 w 1308823"/>
                  <a:gd name="connsiteY49" fmla="*/ 13764 h 554534"/>
                  <a:gd name="connsiteX50" fmla="*/ 1308823 w 1308823"/>
                  <a:gd name="connsiteY50" fmla="*/ 540770 h 554534"/>
                  <a:gd name="connsiteX51" fmla="*/ 1295059 w 1308823"/>
                  <a:gd name="connsiteY51" fmla="*/ 554534 h 554534"/>
                  <a:gd name="connsiteX52" fmla="*/ 13764 w 1308823"/>
                  <a:gd name="connsiteY52" fmla="*/ 554534 h 554534"/>
                  <a:gd name="connsiteX53" fmla="*/ 0 w 1308823"/>
                  <a:gd name="connsiteY53" fmla="*/ 540770 h 554534"/>
                  <a:gd name="connsiteX54" fmla="*/ 0 w 1308823"/>
                  <a:gd name="connsiteY54" fmla="*/ 13764 h 554534"/>
                  <a:gd name="connsiteX55" fmla="*/ 13764 w 1308823"/>
                  <a:gd name="connsiteY55" fmla="*/ 0 h 554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308823" h="554534">
                    <a:moveTo>
                      <a:pt x="664341" y="293220"/>
                    </a:moveTo>
                    <a:cubicBezTo>
                      <a:pt x="679536" y="298353"/>
                      <a:pt x="691767" y="306268"/>
                      <a:pt x="695939" y="324143"/>
                    </a:cubicBezTo>
                    <a:cubicBezTo>
                      <a:pt x="698107" y="337539"/>
                      <a:pt x="691603" y="350894"/>
                      <a:pt x="679025" y="358830"/>
                    </a:cubicBezTo>
                    <a:cubicBezTo>
                      <a:pt x="674546" y="361652"/>
                      <a:pt x="669576" y="363636"/>
                      <a:pt x="664361" y="364699"/>
                    </a:cubicBezTo>
                    <a:lnTo>
                      <a:pt x="664341" y="364699"/>
                    </a:lnTo>
                    <a:close/>
                    <a:moveTo>
                      <a:pt x="643766" y="189999"/>
                    </a:moveTo>
                    <a:lnTo>
                      <a:pt x="643766" y="257613"/>
                    </a:lnTo>
                    <a:cubicBezTo>
                      <a:pt x="627834" y="253788"/>
                      <a:pt x="615461" y="247878"/>
                      <a:pt x="612843" y="230391"/>
                    </a:cubicBezTo>
                    <a:cubicBezTo>
                      <a:pt x="610675" y="216995"/>
                      <a:pt x="617179" y="203640"/>
                      <a:pt x="629757" y="195705"/>
                    </a:cubicBezTo>
                    <a:cubicBezTo>
                      <a:pt x="634031" y="192985"/>
                      <a:pt x="638796" y="191062"/>
                      <a:pt x="643766" y="189999"/>
                    </a:cubicBezTo>
                    <a:close/>
                    <a:moveTo>
                      <a:pt x="643787" y="147315"/>
                    </a:moveTo>
                    <a:lnTo>
                      <a:pt x="643787" y="159750"/>
                    </a:lnTo>
                    <a:cubicBezTo>
                      <a:pt x="631720" y="161223"/>
                      <a:pt x="620021" y="165231"/>
                      <a:pt x="609796" y="171694"/>
                    </a:cubicBezTo>
                    <a:cubicBezTo>
                      <a:pt x="587176" y="185990"/>
                      <a:pt x="575395" y="209939"/>
                      <a:pt x="579158" y="234052"/>
                    </a:cubicBezTo>
                    <a:cubicBezTo>
                      <a:pt x="588198" y="272952"/>
                      <a:pt x="616913" y="280662"/>
                      <a:pt x="643787" y="287411"/>
                    </a:cubicBezTo>
                    <a:lnTo>
                      <a:pt x="643787" y="364515"/>
                    </a:lnTo>
                    <a:cubicBezTo>
                      <a:pt x="641087" y="363984"/>
                      <a:pt x="638469" y="363145"/>
                      <a:pt x="635933" y="362061"/>
                    </a:cubicBezTo>
                    <a:cubicBezTo>
                      <a:pt x="621985" y="356089"/>
                      <a:pt x="612966" y="343900"/>
                      <a:pt x="612475" y="330381"/>
                    </a:cubicBezTo>
                    <a:lnTo>
                      <a:pt x="578463" y="331301"/>
                    </a:lnTo>
                    <a:cubicBezTo>
                      <a:pt x="579343" y="355803"/>
                      <a:pt x="595684" y="377871"/>
                      <a:pt x="620942" y="388669"/>
                    </a:cubicBezTo>
                    <a:cubicBezTo>
                      <a:pt x="628243" y="391778"/>
                      <a:pt x="635953" y="393823"/>
                      <a:pt x="643787" y="394743"/>
                    </a:cubicBezTo>
                    <a:lnTo>
                      <a:pt x="643787" y="407178"/>
                    </a:lnTo>
                    <a:lnTo>
                      <a:pt x="664361" y="407178"/>
                    </a:lnTo>
                    <a:lnTo>
                      <a:pt x="664361" y="394825"/>
                    </a:lnTo>
                    <a:cubicBezTo>
                      <a:pt x="676673" y="393435"/>
                      <a:pt x="688597" y="389405"/>
                      <a:pt x="699007" y="382820"/>
                    </a:cubicBezTo>
                    <a:cubicBezTo>
                      <a:pt x="721790" y="368442"/>
                      <a:pt x="733570" y="344268"/>
                      <a:pt x="729643" y="319992"/>
                    </a:cubicBezTo>
                    <a:cubicBezTo>
                      <a:pt x="718334" y="277083"/>
                      <a:pt x="690233" y="267593"/>
                      <a:pt x="664361" y="262030"/>
                    </a:cubicBezTo>
                    <a:lnTo>
                      <a:pt x="664361" y="189856"/>
                    </a:lnTo>
                    <a:cubicBezTo>
                      <a:pt x="667265" y="190387"/>
                      <a:pt x="670129" y="191287"/>
                      <a:pt x="672869" y="192453"/>
                    </a:cubicBezTo>
                    <a:cubicBezTo>
                      <a:pt x="686817" y="198425"/>
                      <a:pt x="695837" y="210614"/>
                      <a:pt x="696328" y="224133"/>
                    </a:cubicBezTo>
                    <a:lnTo>
                      <a:pt x="730339" y="223213"/>
                    </a:lnTo>
                    <a:cubicBezTo>
                      <a:pt x="729460" y="198711"/>
                      <a:pt x="713118" y="176643"/>
                      <a:pt x="687860" y="165845"/>
                    </a:cubicBezTo>
                    <a:cubicBezTo>
                      <a:pt x="680355" y="162634"/>
                      <a:pt x="672419" y="160568"/>
                      <a:pt x="664361" y="159668"/>
                    </a:cubicBezTo>
                    <a:lnTo>
                      <a:pt x="664361" y="147315"/>
                    </a:lnTo>
                    <a:close/>
                    <a:moveTo>
                      <a:pt x="654401" y="64444"/>
                    </a:moveTo>
                    <a:cubicBezTo>
                      <a:pt x="771939" y="64444"/>
                      <a:pt x="867224" y="159730"/>
                      <a:pt x="867224" y="277267"/>
                    </a:cubicBezTo>
                    <a:cubicBezTo>
                      <a:pt x="867224" y="394805"/>
                      <a:pt x="771939" y="490090"/>
                      <a:pt x="654401" y="490090"/>
                    </a:cubicBezTo>
                    <a:cubicBezTo>
                      <a:pt x="536864" y="490090"/>
                      <a:pt x="441578" y="394805"/>
                      <a:pt x="441578" y="277267"/>
                    </a:cubicBezTo>
                    <a:cubicBezTo>
                      <a:pt x="441578" y="159730"/>
                      <a:pt x="536864" y="64444"/>
                      <a:pt x="654401" y="64444"/>
                    </a:cubicBezTo>
                    <a:close/>
                    <a:moveTo>
                      <a:pt x="137642" y="34400"/>
                    </a:moveTo>
                    <a:cubicBezTo>
                      <a:pt x="131015" y="86348"/>
                      <a:pt x="88679" y="127109"/>
                      <a:pt x="35995" y="131322"/>
                    </a:cubicBezTo>
                    <a:lnTo>
                      <a:pt x="35995" y="419490"/>
                    </a:lnTo>
                    <a:cubicBezTo>
                      <a:pt x="89927" y="423805"/>
                      <a:pt x="133040" y="466427"/>
                      <a:pt x="138071" y="520155"/>
                    </a:cubicBezTo>
                    <a:lnTo>
                      <a:pt x="1170527" y="520155"/>
                    </a:lnTo>
                    <a:cubicBezTo>
                      <a:pt x="1175558" y="466366"/>
                      <a:pt x="1218773" y="423703"/>
                      <a:pt x="1272807" y="419490"/>
                    </a:cubicBezTo>
                    <a:lnTo>
                      <a:pt x="1272807" y="131322"/>
                    </a:lnTo>
                    <a:cubicBezTo>
                      <a:pt x="1220041" y="127211"/>
                      <a:pt x="1177603" y="86410"/>
                      <a:pt x="1170957" y="34400"/>
                    </a:cubicBezTo>
                    <a:close/>
                    <a:moveTo>
                      <a:pt x="13764" y="0"/>
                    </a:moveTo>
                    <a:lnTo>
                      <a:pt x="1295059" y="0"/>
                    </a:lnTo>
                    <a:cubicBezTo>
                      <a:pt x="1302667" y="0"/>
                      <a:pt x="1308823" y="6177"/>
                      <a:pt x="1308823" y="13764"/>
                    </a:cubicBezTo>
                    <a:lnTo>
                      <a:pt x="1308823" y="540770"/>
                    </a:lnTo>
                    <a:cubicBezTo>
                      <a:pt x="1308844" y="548378"/>
                      <a:pt x="1302667" y="554534"/>
                      <a:pt x="1295059" y="554534"/>
                    </a:cubicBezTo>
                    <a:lnTo>
                      <a:pt x="13764" y="554534"/>
                    </a:lnTo>
                    <a:cubicBezTo>
                      <a:pt x="6156" y="554534"/>
                      <a:pt x="0" y="548358"/>
                      <a:pt x="0" y="540770"/>
                    </a:cubicBezTo>
                    <a:lnTo>
                      <a:pt x="0" y="13764"/>
                    </a:lnTo>
                    <a:cubicBezTo>
                      <a:pt x="0" y="6156"/>
                      <a:pt x="6177" y="0"/>
                      <a:pt x="13764" y="0"/>
                    </a:cubicBezTo>
                    <a:close/>
                  </a:path>
                </a:pathLst>
              </a:custGeom>
              <a:solidFill>
                <a:srgbClr val="086223"/>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dirty="0"/>
              </a:p>
            </p:txBody>
          </p:sp>
        </p:grpSp>
        <p:grpSp>
          <p:nvGrpSpPr>
            <p:cNvPr id="116" name="그룹 115">
              <a:extLst>
                <a:ext uri="{FF2B5EF4-FFF2-40B4-BE49-F238E27FC236}">
                  <a16:creationId xmlns:a16="http://schemas.microsoft.com/office/drawing/2014/main" id="{64D29690-E6E4-4CF1-BE5D-47026EB9CE8B}"/>
                </a:ext>
              </a:extLst>
            </p:cNvPr>
            <p:cNvGrpSpPr/>
            <p:nvPr/>
          </p:nvGrpSpPr>
          <p:grpSpPr>
            <a:xfrm>
              <a:off x="4401914" y="5200650"/>
              <a:ext cx="2093670" cy="923624"/>
              <a:chOff x="5350038" y="4658433"/>
              <a:chExt cx="1439306" cy="634951"/>
            </a:xfrm>
          </p:grpSpPr>
          <p:sp>
            <p:nvSpPr>
              <p:cNvPr id="117" name="Graphic 2">
                <a:extLst>
                  <a:ext uri="{FF2B5EF4-FFF2-40B4-BE49-F238E27FC236}">
                    <a16:creationId xmlns:a16="http://schemas.microsoft.com/office/drawing/2014/main" id="{B12D5161-081C-4083-8C81-B3AE0EC31B51}"/>
                  </a:ext>
                </a:extLst>
              </p:cNvPr>
              <p:cNvSpPr/>
              <p:nvPr/>
            </p:nvSpPr>
            <p:spPr>
              <a:xfrm>
                <a:off x="5350038" y="4658433"/>
                <a:ext cx="1439306" cy="634951"/>
              </a:xfrm>
              <a:custGeom>
                <a:avLst/>
                <a:gdLst>
                  <a:gd name="connsiteX0" fmla="*/ 4614057 w 4658607"/>
                  <a:gd name="connsiteY0" fmla="*/ 2055149 h 2055149"/>
                  <a:gd name="connsiteX1" fmla="*/ 44551 w 4658607"/>
                  <a:gd name="connsiteY1" fmla="*/ 2055149 h 2055149"/>
                  <a:gd name="connsiteX2" fmla="*/ 0 w 4658607"/>
                  <a:gd name="connsiteY2" fmla="*/ 2010599 h 2055149"/>
                  <a:gd name="connsiteX3" fmla="*/ 0 w 4658607"/>
                  <a:gd name="connsiteY3" fmla="*/ 44551 h 2055149"/>
                  <a:gd name="connsiteX4" fmla="*/ 44551 w 4658607"/>
                  <a:gd name="connsiteY4" fmla="*/ 0 h 2055149"/>
                  <a:gd name="connsiteX5" fmla="*/ 4614057 w 4658607"/>
                  <a:gd name="connsiteY5" fmla="*/ 0 h 2055149"/>
                  <a:gd name="connsiteX6" fmla="*/ 4658608 w 4658607"/>
                  <a:gd name="connsiteY6" fmla="*/ 44551 h 2055149"/>
                  <a:gd name="connsiteX7" fmla="*/ 4658608 w 4658607"/>
                  <a:gd name="connsiteY7" fmla="*/ 2010533 h 2055149"/>
                  <a:gd name="connsiteX8" fmla="*/ 4614057 w 4658607"/>
                  <a:gd name="connsiteY8" fmla="*/ 2055149 h 2055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58607" h="2055149">
                    <a:moveTo>
                      <a:pt x="4614057" y="2055149"/>
                    </a:moveTo>
                    <a:lnTo>
                      <a:pt x="44551" y="2055149"/>
                    </a:lnTo>
                    <a:cubicBezTo>
                      <a:pt x="19925" y="2055149"/>
                      <a:pt x="0" y="2035158"/>
                      <a:pt x="0" y="2010599"/>
                    </a:cubicBezTo>
                    <a:lnTo>
                      <a:pt x="0" y="44551"/>
                    </a:lnTo>
                    <a:cubicBezTo>
                      <a:pt x="0" y="19925"/>
                      <a:pt x="19991" y="0"/>
                      <a:pt x="44551" y="0"/>
                    </a:cubicBezTo>
                    <a:lnTo>
                      <a:pt x="4614057" y="0"/>
                    </a:lnTo>
                    <a:cubicBezTo>
                      <a:pt x="4638683" y="0"/>
                      <a:pt x="4658608" y="19991"/>
                      <a:pt x="4658608" y="44551"/>
                    </a:cubicBezTo>
                    <a:lnTo>
                      <a:pt x="4658608" y="2010533"/>
                    </a:lnTo>
                    <a:cubicBezTo>
                      <a:pt x="4658608" y="2035158"/>
                      <a:pt x="4638683" y="2055149"/>
                      <a:pt x="4614057" y="2055149"/>
                    </a:cubicBezTo>
                    <a:close/>
                  </a:path>
                </a:pathLst>
              </a:custGeom>
              <a:solidFill>
                <a:srgbClr val="69A434"/>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118" name="자유형: 도형 117">
                <a:extLst>
                  <a:ext uri="{FF2B5EF4-FFF2-40B4-BE49-F238E27FC236}">
                    <a16:creationId xmlns:a16="http://schemas.microsoft.com/office/drawing/2014/main" id="{855404B7-D092-4639-8248-ECE09786BFC3}"/>
                  </a:ext>
                </a:extLst>
              </p:cNvPr>
              <p:cNvSpPr/>
              <p:nvPr/>
            </p:nvSpPr>
            <p:spPr>
              <a:xfrm>
                <a:off x="5415279" y="4698642"/>
                <a:ext cx="1308823" cy="554534"/>
              </a:xfrm>
              <a:custGeom>
                <a:avLst/>
                <a:gdLst>
                  <a:gd name="connsiteX0" fmla="*/ 664341 w 1308823"/>
                  <a:gd name="connsiteY0" fmla="*/ 293220 h 554534"/>
                  <a:gd name="connsiteX1" fmla="*/ 695939 w 1308823"/>
                  <a:gd name="connsiteY1" fmla="*/ 324143 h 554534"/>
                  <a:gd name="connsiteX2" fmla="*/ 679025 w 1308823"/>
                  <a:gd name="connsiteY2" fmla="*/ 358830 h 554534"/>
                  <a:gd name="connsiteX3" fmla="*/ 664361 w 1308823"/>
                  <a:gd name="connsiteY3" fmla="*/ 364699 h 554534"/>
                  <a:gd name="connsiteX4" fmla="*/ 664341 w 1308823"/>
                  <a:gd name="connsiteY4" fmla="*/ 364699 h 554534"/>
                  <a:gd name="connsiteX5" fmla="*/ 643766 w 1308823"/>
                  <a:gd name="connsiteY5" fmla="*/ 189999 h 554534"/>
                  <a:gd name="connsiteX6" fmla="*/ 643766 w 1308823"/>
                  <a:gd name="connsiteY6" fmla="*/ 257613 h 554534"/>
                  <a:gd name="connsiteX7" fmla="*/ 612843 w 1308823"/>
                  <a:gd name="connsiteY7" fmla="*/ 230391 h 554534"/>
                  <a:gd name="connsiteX8" fmla="*/ 629757 w 1308823"/>
                  <a:gd name="connsiteY8" fmla="*/ 195705 h 554534"/>
                  <a:gd name="connsiteX9" fmla="*/ 643766 w 1308823"/>
                  <a:gd name="connsiteY9" fmla="*/ 189999 h 554534"/>
                  <a:gd name="connsiteX10" fmla="*/ 643787 w 1308823"/>
                  <a:gd name="connsiteY10" fmla="*/ 147315 h 554534"/>
                  <a:gd name="connsiteX11" fmla="*/ 643787 w 1308823"/>
                  <a:gd name="connsiteY11" fmla="*/ 159750 h 554534"/>
                  <a:gd name="connsiteX12" fmla="*/ 609796 w 1308823"/>
                  <a:gd name="connsiteY12" fmla="*/ 171694 h 554534"/>
                  <a:gd name="connsiteX13" fmla="*/ 579158 w 1308823"/>
                  <a:gd name="connsiteY13" fmla="*/ 234052 h 554534"/>
                  <a:gd name="connsiteX14" fmla="*/ 643787 w 1308823"/>
                  <a:gd name="connsiteY14" fmla="*/ 287411 h 554534"/>
                  <a:gd name="connsiteX15" fmla="*/ 643787 w 1308823"/>
                  <a:gd name="connsiteY15" fmla="*/ 364515 h 554534"/>
                  <a:gd name="connsiteX16" fmla="*/ 635933 w 1308823"/>
                  <a:gd name="connsiteY16" fmla="*/ 362061 h 554534"/>
                  <a:gd name="connsiteX17" fmla="*/ 612475 w 1308823"/>
                  <a:gd name="connsiteY17" fmla="*/ 330381 h 554534"/>
                  <a:gd name="connsiteX18" fmla="*/ 578463 w 1308823"/>
                  <a:gd name="connsiteY18" fmla="*/ 331301 h 554534"/>
                  <a:gd name="connsiteX19" fmla="*/ 620942 w 1308823"/>
                  <a:gd name="connsiteY19" fmla="*/ 388669 h 554534"/>
                  <a:gd name="connsiteX20" fmla="*/ 643787 w 1308823"/>
                  <a:gd name="connsiteY20" fmla="*/ 394743 h 554534"/>
                  <a:gd name="connsiteX21" fmla="*/ 643787 w 1308823"/>
                  <a:gd name="connsiteY21" fmla="*/ 407178 h 554534"/>
                  <a:gd name="connsiteX22" fmla="*/ 664361 w 1308823"/>
                  <a:gd name="connsiteY22" fmla="*/ 407178 h 554534"/>
                  <a:gd name="connsiteX23" fmla="*/ 664361 w 1308823"/>
                  <a:gd name="connsiteY23" fmla="*/ 394825 h 554534"/>
                  <a:gd name="connsiteX24" fmla="*/ 699007 w 1308823"/>
                  <a:gd name="connsiteY24" fmla="*/ 382820 h 554534"/>
                  <a:gd name="connsiteX25" fmla="*/ 729643 w 1308823"/>
                  <a:gd name="connsiteY25" fmla="*/ 319992 h 554534"/>
                  <a:gd name="connsiteX26" fmla="*/ 664361 w 1308823"/>
                  <a:gd name="connsiteY26" fmla="*/ 262030 h 554534"/>
                  <a:gd name="connsiteX27" fmla="*/ 664361 w 1308823"/>
                  <a:gd name="connsiteY27" fmla="*/ 189856 h 554534"/>
                  <a:gd name="connsiteX28" fmla="*/ 672869 w 1308823"/>
                  <a:gd name="connsiteY28" fmla="*/ 192453 h 554534"/>
                  <a:gd name="connsiteX29" fmla="*/ 696328 w 1308823"/>
                  <a:gd name="connsiteY29" fmla="*/ 224133 h 554534"/>
                  <a:gd name="connsiteX30" fmla="*/ 730339 w 1308823"/>
                  <a:gd name="connsiteY30" fmla="*/ 223213 h 554534"/>
                  <a:gd name="connsiteX31" fmla="*/ 687860 w 1308823"/>
                  <a:gd name="connsiteY31" fmla="*/ 165845 h 554534"/>
                  <a:gd name="connsiteX32" fmla="*/ 664361 w 1308823"/>
                  <a:gd name="connsiteY32" fmla="*/ 159668 h 554534"/>
                  <a:gd name="connsiteX33" fmla="*/ 664361 w 1308823"/>
                  <a:gd name="connsiteY33" fmla="*/ 147315 h 554534"/>
                  <a:gd name="connsiteX34" fmla="*/ 654401 w 1308823"/>
                  <a:gd name="connsiteY34" fmla="*/ 64444 h 554534"/>
                  <a:gd name="connsiteX35" fmla="*/ 867224 w 1308823"/>
                  <a:gd name="connsiteY35" fmla="*/ 277267 h 554534"/>
                  <a:gd name="connsiteX36" fmla="*/ 654401 w 1308823"/>
                  <a:gd name="connsiteY36" fmla="*/ 490090 h 554534"/>
                  <a:gd name="connsiteX37" fmla="*/ 441578 w 1308823"/>
                  <a:gd name="connsiteY37" fmla="*/ 277267 h 554534"/>
                  <a:gd name="connsiteX38" fmla="*/ 654401 w 1308823"/>
                  <a:gd name="connsiteY38" fmla="*/ 64444 h 554534"/>
                  <a:gd name="connsiteX39" fmla="*/ 137642 w 1308823"/>
                  <a:gd name="connsiteY39" fmla="*/ 34400 h 554534"/>
                  <a:gd name="connsiteX40" fmla="*/ 35995 w 1308823"/>
                  <a:gd name="connsiteY40" fmla="*/ 131322 h 554534"/>
                  <a:gd name="connsiteX41" fmla="*/ 35995 w 1308823"/>
                  <a:gd name="connsiteY41" fmla="*/ 419490 h 554534"/>
                  <a:gd name="connsiteX42" fmla="*/ 138071 w 1308823"/>
                  <a:gd name="connsiteY42" fmla="*/ 520155 h 554534"/>
                  <a:gd name="connsiteX43" fmla="*/ 1170527 w 1308823"/>
                  <a:gd name="connsiteY43" fmla="*/ 520155 h 554534"/>
                  <a:gd name="connsiteX44" fmla="*/ 1272807 w 1308823"/>
                  <a:gd name="connsiteY44" fmla="*/ 419490 h 554534"/>
                  <a:gd name="connsiteX45" fmla="*/ 1272807 w 1308823"/>
                  <a:gd name="connsiteY45" fmla="*/ 131322 h 554534"/>
                  <a:gd name="connsiteX46" fmla="*/ 1170957 w 1308823"/>
                  <a:gd name="connsiteY46" fmla="*/ 34400 h 554534"/>
                  <a:gd name="connsiteX47" fmla="*/ 13764 w 1308823"/>
                  <a:gd name="connsiteY47" fmla="*/ 0 h 554534"/>
                  <a:gd name="connsiteX48" fmla="*/ 1295059 w 1308823"/>
                  <a:gd name="connsiteY48" fmla="*/ 0 h 554534"/>
                  <a:gd name="connsiteX49" fmla="*/ 1308823 w 1308823"/>
                  <a:gd name="connsiteY49" fmla="*/ 13764 h 554534"/>
                  <a:gd name="connsiteX50" fmla="*/ 1308823 w 1308823"/>
                  <a:gd name="connsiteY50" fmla="*/ 540770 h 554534"/>
                  <a:gd name="connsiteX51" fmla="*/ 1295059 w 1308823"/>
                  <a:gd name="connsiteY51" fmla="*/ 554534 h 554534"/>
                  <a:gd name="connsiteX52" fmla="*/ 13764 w 1308823"/>
                  <a:gd name="connsiteY52" fmla="*/ 554534 h 554534"/>
                  <a:gd name="connsiteX53" fmla="*/ 0 w 1308823"/>
                  <a:gd name="connsiteY53" fmla="*/ 540770 h 554534"/>
                  <a:gd name="connsiteX54" fmla="*/ 0 w 1308823"/>
                  <a:gd name="connsiteY54" fmla="*/ 13764 h 554534"/>
                  <a:gd name="connsiteX55" fmla="*/ 13764 w 1308823"/>
                  <a:gd name="connsiteY55" fmla="*/ 0 h 554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308823" h="554534">
                    <a:moveTo>
                      <a:pt x="664341" y="293220"/>
                    </a:moveTo>
                    <a:cubicBezTo>
                      <a:pt x="679536" y="298353"/>
                      <a:pt x="691767" y="306268"/>
                      <a:pt x="695939" y="324143"/>
                    </a:cubicBezTo>
                    <a:cubicBezTo>
                      <a:pt x="698107" y="337539"/>
                      <a:pt x="691603" y="350894"/>
                      <a:pt x="679025" y="358830"/>
                    </a:cubicBezTo>
                    <a:cubicBezTo>
                      <a:pt x="674546" y="361652"/>
                      <a:pt x="669576" y="363636"/>
                      <a:pt x="664361" y="364699"/>
                    </a:cubicBezTo>
                    <a:lnTo>
                      <a:pt x="664341" y="364699"/>
                    </a:lnTo>
                    <a:close/>
                    <a:moveTo>
                      <a:pt x="643766" y="189999"/>
                    </a:moveTo>
                    <a:lnTo>
                      <a:pt x="643766" y="257613"/>
                    </a:lnTo>
                    <a:cubicBezTo>
                      <a:pt x="627834" y="253788"/>
                      <a:pt x="615461" y="247878"/>
                      <a:pt x="612843" y="230391"/>
                    </a:cubicBezTo>
                    <a:cubicBezTo>
                      <a:pt x="610675" y="216995"/>
                      <a:pt x="617179" y="203640"/>
                      <a:pt x="629757" y="195705"/>
                    </a:cubicBezTo>
                    <a:cubicBezTo>
                      <a:pt x="634031" y="192985"/>
                      <a:pt x="638796" y="191062"/>
                      <a:pt x="643766" y="189999"/>
                    </a:cubicBezTo>
                    <a:close/>
                    <a:moveTo>
                      <a:pt x="643787" y="147315"/>
                    </a:moveTo>
                    <a:lnTo>
                      <a:pt x="643787" y="159750"/>
                    </a:lnTo>
                    <a:cubicBezTo>
                      <a:pt x="631720" y="161223"/>
                      <a:pt x="620021" y="165231"/>
                      <a:pt x="609796" y="171694"/>
                    </a:cubicBezTo>
                    <a:cubicBezTo>
                      <a:pt x="587176" y="185990"/>
                      <a:pt x="575395" y="209939"/>
                      <a:pt x="579158" y="234052"/>
                    </a:cubicBezTo>
                    <a:cubicBezTo>
                      <a:pt x="588198" y="272952"/>
                      <a:pt x="616913" y="280662"/>
                      <a:pt x="643787" y="287411"/>
                    </a:cubicBezTo>
                    <a:lnTo>
                      <a:pt x="643787" y="364515"/>
                    </a:lnTo>
                    <a:cubicBezTo>
                      <a:pt x="641087" y="363984"/>
                      <a:pt x="638469" y="363145"/>
                      <a:pt x="635933" y="362061"/>
                    </a:cubicBezTo>
                    <a:cubicBezTo>
                      <a:pt x="621985" y="356089"/>
                      <a:pt x="612966" y="343900"/>
                      <a:pt x="612475" y="330381"/>
                    </a:cubicBezTo>
                    <a:lnTo>
                      <a:pt x="578463" y="331301"/>
                    </a:lnTo>
                    <a:cubicBezTo>
                      <a:pt x="579343" y="355803"/>
                      <a:pt x="595684" y="377871"/>
                      <a:pt x="620942" y="388669"/>
                    </a:cubicBezTo>
                    <a:cubicBezTo>
                      <a:pt x="628243" y="391778"/>
                      <a:pt x="635953" y="393823"/>
                      <a:pt x="643787" y="394743"/>
                    </a:cubicBezTo>
                    <a:lnTo>
                      <a:pt x="643787" y="407178"/>
                    </a:lnTo>
                    <a:lnTo>
                      <a:pt x="664361" y="407178"/>
                    </a:lnTo>
                    <a:lnTo>
                      <a:pt x="664361" y="394825"/>
                    </a:lnTo>
                    <a:cubicBezTo>
                      <a:pt x="676673" y="393435"/>
                      <a:pt x="688597" y="389405"/>
                      <a:pt x="699007" y="382820"/>
                    </a:cubicBezTo>
                    <a:cubicBezTo>
                      <a:pt x="721790" y="368442"/>
                      <a:pt x="733570" y="344268"/>
                      <a:pt x="729643" y="319992"/>
                    </a:cubicBezTo>
                    <a:cubicBezTo>
                      <a:pt x="718334" y="277083"/>
                      <a:pt x="690233" y="267593"/>
                      <a:pt x="664361" y="262030"/>
                    </a:cubicBezTo>
                    <a:lnTo>
                      <a:pt x="664361" y="189856"/>
                    </a:lnTo>
                    <a:cubicBezTo>
                      <a:pt x="667265" y="190387"/>
                      <a:pt x="670129" y="191287"/>
                      <a:pt x="672869" y="192453"/>
                    </a:cubicBezTo>
                    <a:cubicBezTo>
                      <a:pt x="686817" y="198425"/>
                      <a:pt x="695837" y="210614"/>
                      <a:pt x="696328" y="224133"/>
                    </a:cubicBezTo>
                    <a:lnTo>
                      <a:pt x="730339" y="223213"/>
                    </a:lnTo>
                    <a:cubicBezTo>
                      <a:pt x="729460" y="198711"/>
                      <a:pt x="713118" y="176643"/>
                      <a:pt x="687860" y="165845"/>
                    </a:cubicBezTo>
                    <a:cubicBezTo>
                      <a:pt x="680355" y="162634"/>
                      <a:pt x="672419" y="160568"/>
                      <a:pt x="664361" y="159668"/>
                    </a:cubicBezTo>
                    <a:lnTo>
                      <a:pt x="664361" y="147315"/>
                    </a:lnTo>
                    <a:close/>
                    <a:moveTo>
                      <a:pt x="654401" y="64444"/>
                    </a:moveTo>
                    <a:cubicBezTo>
                      <a:pt x="771939" y="64444"/>
                      <a:pt x="867224" y="159730"/>
                      <a:pt x="867224" y="277267"/>
                    </a:cubicBezTo>
                    <a:cubicBezTo>
                      <a:pt x="867224" y="394805"/>
                      <a:pt x="771939" y="490090"/>
                      <a:pt x="654401" y="490090"/>
                    </a:cubicBezTo>
                    <a:cubicBezTo>
                      <a:pt x="536864" y="490090"/>
                      <a:pt x="441578" y="394805"/>
                      <a:pt x="441578" y="277267"/>
                    </a:cubicBezTo>
                    <a:cubicBezTo>
                      <a:pt x="441578" y="159730"/>
                      <a:pt x="536864" y="64444"/>
                      <a:pt x="654401" y="64444"/>
                    </a:cubicBezTo>
                    <a:close/>
                    <a:moveTo>
                      <a:pt x="137642" y="34400"/>
                    </a:moveTo>
                    <a:cubicBezTo>
                      <a:pt x="131015" y="86348"/>
                      <a:pt x="88679" y="127109"/>
                      <a:pt x="35995" y="131322"/>
                    </a:cubicBezTo>
                    <a:lnTo>
                      <a:pt x="35995" y="419490"/>
                    </a:lnTo>
                    <a:cubicBezTo>
                      <a:pt x="89927" y="423805"/>
                      <a:pt x="133040" y="466427"/>
                      <a:pt x="138071" y="520155"/>
                    </a:cubicBezTo>
                    <a:lnTo>
                      <a:pt x="1170527" y="520155"/>
                    </a:lnTo>
                    <a:cubicBezTo>
                      <a:pt x="1175558" y="466366"/>
                      <a:pt x="1218773" y="423703"/>
                      <a:pt x="1272807" y="419490"/>
                    </a:cubicBezTo>
                    <a:lnTo>
                      <a:pt x="1272807" y="131322"/>
                    </a:lnTo>
                    <a:cubicBezTo>
                      <a:pt x="1220041" y="127211"/>
                      <a:pt x="1177603" y="86410"/>
                      <a:pt x="1170957" y="34400"/>
                    </a:cubicBezTo>
                    <a:close/>
                    <a:moveTo>
                      <a:pt x="13764" y="0"/>
                    </a:moveTo>
                    <a:lnTo>
                      <a:pt x="1295059" y="0"/>
                    </a:lnTo>
                    <a:cubicBezTo>
                      <a:pt x="1302667" y="0"/>
                      <a:pt x="1308823" y="6177"/>
                      <a:pt x="1308823" y="13764"/>
                    </a:cubicBezTo>
                    <a:lnTo>
                      <a:pt x="1308823" y="540770"/>
                    </a:lnTo>
                    <a:cubicBezTo>
                      <a:pt x="1308844" y="548378"/>
                      <a:pt x="1302667" y="554534"/>
                      <a:pt x="1295059" y="554534"/>
                    </a:cubicBezTo>
                    <a:lnTo>
                      <a:pt x="13764" y="554534"/>
                    </a:lnTo>
                    <a:cubicBezTo>
                      <a:pt x="6156" y="554534"/>
                      <a:pt x="0" y="548358"/>
                      <a:pt x="0" y="540770"/>
                    </a:cubicBezTo>
                    <a:lnTo>
                      <a:pt x="0" y="13764"/>
                    </a:lnTo>
                    <a:cubicBezTo>
                      <a:pt x="0" y="6156"/>
                      <a:pt x="6177" y="0"/>
                      <a:pt x="13764" y="0"/>
                    </a:cubicBezTo>
                    <a:close/>
                  </a:path>
                </a:pathLst>
              </a:custGeom>
              <a:solidFill>
                <a:srgbClr val="086223"/>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dirty="0"/>
              </a:p>
            </p:txBody>
          </p:sp>
        </p:grpSp>
      </p:grpSp>
    </p:spTree>
    <p:extLst>
      <p:ext uri="{BB962C8B-B14F-4D97-AF65-F5344CB8AC3E}">
        <p14:creationId xmlns:p14="http://schemas.microsoft.com/office/powerpoint/2010/main" val="1410785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Text Placeholder 17">
            <a:extLst>
              <a:ext uri="{FF2B5EF4-FFF2-40B4-BE49-F238E27FC236}">
                <a16:creationId xmlns:a16="http://schemas.microsoft.com/office/drawing/2014/main" id="{55C2ED09-DEE6-1BCA-C6CB-B10295B12C52}"/>
              </a:ext>
            </a:extLst>
          </p:cNvPr>
          <p:cNvSpPr txBox="1">
            <a:spLocks/>
          </p:cNvSpPr>
          <p:nvPr/>
        </p:nvSpPr>
        <p:spPr>
          <a:xfrm>
            <a:off x="244055" y="189360"/>
            <a:ext cx="1370322" cy="221405"/>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endParaRPr lang="en-US" sz="1800" b="1" dirty="0">
              <a:solidFill>
                <a:schemeClr val="bg1"/>
              </a:solidFill>
              <a:cs typeface="Arial" pitchFamily="34" charset="0"/>
            </a:endParaRPr>
          </a:p>
        </p:txBody>
      </p:sp>
      <p:graphicFrame>
        <p:nvGraphicFramePr>
          <p:cNvPr id="43" name="Table 42">
            <a:extLst>
              <a:ext uri="{FF2B5EF4-FFF2-40B4-BE49-F238E27FC236}">
                <a16:creationId xmlns:a16="http://schemas.microsoft.com/office/drawing/2014/main" id="{84E86C72-C1E2-B46E-E106-4A7E2C3E2E16}"/>
              </a:ext>
            </a:extLst>
          </p:cNvPr>
          <p:cNvGraphicFramePr>
            <a:graphicFrameLocks noGrp="1"/>
          </p:cNvGraphicFramePr>
          <p:nvPr>
            <p:extLst>
              <p:ext uri="{D42A27DB-BD31-4B8C-83A1-F6EECF244321}">
                <p14:modId xmlns:p14="http://schemas.microsoft.com/office/powerpoint/2010/main" val="3118819882"/>
              </p:ext>
            </p:extLst>
          </p:nvPr>
        </p:nvGraphicFramePr>
        <p:xfrm>
          <a:off x="885470" y="1532541"/>
          <a:ext cx="10862734" cy="3273545"/>
        </p:xfrm>
        <a:graphic>
          <a:graphicData uri="http://schemas.openxmlformats.org/drawingml/2006/table">
            <a:tbl>
              <a:tblPr firstRow="1" bandRow="1">
                <a:tableStyleId>{E8B1032C-EA38-4F05-BA0D-38AFFFC7BED3}</a:tableStyleId>
              </a:tblPr>
              <a:tblGrid>
                <a:gridCol w="2601081">
                  <a:extLst>
                    <a:ext uri="{9D8B030D-6E8A-4147-A177-3AD203B41FA5}">
                      <a16:colId xmlns:a16="http://schemas.microsoft.com/office/drawing/2014/main" val="3050901769"/>
                    </a:ext>
                  </a:extLst>
                </a:gridCol>
                <a:gridCol w="3082835">
                  <a:extLst>
                    <a:ext uri="{9D8B030D-6E8A-4147-A177-3AD203B41FA5}">
                      <a16:colId xmlns:a16="http://schemas.microsoft.com/office/drawing/2014/main" val="3197680385"/>
                    </a:ext>
                  </a:extLst>
                </a:gridCol>
                <a:gridCol w="2704011">
                  <a:extLst>
                    <a:ext uri="{9D8B030D-6E8A-4147-A177-3AD203B41FA5}">
                      <a16:colId xmlns:a16="http://schemas.microsoft.com/office/drawing/2014/main" val="677409237"/>
                    </a:ext>
                  </a:extLst>
                </a:gridCol>
                <a:gridCol w="2474807">
                  <a:extLst>
                    <a:ext uri="{9D8B030D-6E8A-4147-A177-3AD203B41FA5}">
                      <a16:colId xmlns:a16="http://schemas.microsoft.com/office/drawing/2014/main" val="1699177456"/>
                    </a:ext>
                  </a:extLst>
                </a:gridCol>
              </a:tblGrid>
              <a:tr h="371769">
                <a:tc gridSpan="4">
                  <a:txBody>
                    <a:bodyPr/>
                    <a:lstStyle/>
                    <a:p>
                      <a:pPr algn="ctr"/>
                      <a:r>
                        <a:rPr lang="en-US" sz="1800" b="1" kern="1200" dirty="0">
                          <a:solidFill>
                            <a:schemeClr val="tx1"/>
                          </a:solidFill>
                          <a:effectLst/>
                        </a:rPr>
                        <a:t>Chess Club </a:t>
                      </a:r>
                    </a:p>
                    <a:p>
                      <a:pPr algn="ctr"/>
                      <a:r>
                        <a:rPr lang="en-US" sz="1800" b="1" kern="1200" dirty="0">
                          <a:solidFill>
                            <a:schemeClr val="tx1"/>
                          </a:solidFill>
                          <a:effectLst/>
                        </a:rPr>
                        <a:t>Trading Account for the year ended 31 Aug 2024</a:t>
                      </a:r>
                      <a:endParaRPr lang="en-MY" dirty="0">
                        <a:solidFill>
                          <a:schemeClr val="tx1"/>
                        </a:solidFill>
                      </a:endParaRPr>
                    </a:p>
                  </a:txBody>
                  <a:tcPr>
                    <a:solidFill>
                      <a:schemeClr val="accent5">
                        <a:lumMod val="60000"/>
                        <a:lumOff val="40000"/>
                      </a:schemeClr>
                    </a:solidFill>
                  </a:tcPr>
                </a:tc>
                <a:tc hMerge="1">
                  <a:txBody>
                    <a:bodyPr/>
                    <a:lstStyle/>
                    <a:p>
                      <a:endParaRPr lang="en-MY"/>
                    </a:p>
                  </a:txBody>
                  <a:tcPr/>
                </a:tc>
                <a:tc hMerge="1">
                  <a:txBody>
                    <a:bodyPr/>
                    <a:lstStyle/>
                    <a:p>
                      <a:endParaRPr lang="en-MY" dirty="0"/>
                    </a:p>
                  </a:txBody>
                  <a:tcPr/>
                </a:tc>
                <a:tc hMerge="1">
                  <a:txBody>
                    <a:bodyPr/>
                    <a:lstStyle/>
                    <a:p>
                      <a:endParaRPr lang="en-MY"/>
                    </a:p>
                  </a:txBody>
                  <a:tcPr/>
                </a:tc>
                <a:extLst>
                  <a:ext uri="{0D108BD9-81ED-4DB2-BD59-A6C34878D82A}">
                    <a16:rowId xmlns:a16="http://schemas.microsoft.com/office/drawing/2014/main" val="1948779650"/>
                  </a:ext>
                </a:extLst>
              </a:tr>
              <a:tr h="338553">
                <a:tc>
                  <a:txBody>
                    <a:bodyPr/>
                    <a:lstStyle/>
                    <a:p>
                      <a:endParaRPr lang="en-MY" dirty="0"/>
                    </a:p>
                  </a:txBody>
                  <a:tcPr/>
                </a:tc>
                <a:tc>
                  <a:txBody>
                    <a:bodyPr/>
                    <a:lstStyle/>
                    <a:p>
                      <a:endParaRPr lang="en-MY" dirty="0"/>
                    </a:p>
                  </a:txBody>
                  <a:tcPr/>
                </a:tc>
                <a:tc>
                  <a:txBody>
                    <a:bodyPr/>
                    <a:lstStyle/>
                    <a:p>
                      <a:endParaRPr lang="en-MY" dirty="0"/>
                    </a:p>
                  </a:txBody>
                  <a:tcPr/>
                </a:tc>
                <a:tc>
                  <a:txBody>
                    <a:bodyPr/>
                    <a:lstStyle/>
                    <a:p>
                      <a:endParaRPr lang="en-MY" dirty="0"/>
                    </a:p>
                  </a:txBody>
                  <a:tcPr/>
                </a:tc>
                <a:extLst>
                  <a:ext uri="{0D108BD9-81ED-4DB2-BD59-A6C34878D82A}">
                    <a16:rowId xmlns:a16="http://schemas.microsoft.com/office/drawing/2014/main" val="881203602"/>
                  </a:ext>
                </a:extLst>
              </a:tr>
              <a:tr h="323313">
                <a:tc>
                  <a:txBody>
                    <a:bodyPr/>
                    <a:lstStyle/>
                    <a:p>
                      <a:endParaRPr lang="en-MY" dirty="0"/>
                    </a:p>
                  </a:txBody>
                  <a:tcPr/>
                </a:tc>
                <a:tc>
                  <a:txBody>
                    <a:bodyPr/>
                    <a:lstStyle/>
                    <a:p>
                      <a:endParaRPr lang="en-MY" dirty="0"/>
                    </a:p>
                  </a:txBody>
                  <a:tcPr/>
                </a:tc>
                <a:tc>
                  <a:txBody>
                    <a:bodyPr/>
                    <a:lstStyle/>
                    <a:p>
                      <a:endParaRPr lang="en-MY"/>
                    </a:p>
                  </a:txBody>
                  <a:tcPr/>
                </a:tc>
                <a:tc>
                  <a:txBody>
                    <a:bodyPr/>
                    <a:lstStyle/>
                    <a:p>
                      <a:endParaRPr lang="en-MY"/>
                    </a:p>
                  </a:txBody>
                  <a:tcPr/>
                </a:tc>
                <a:extLst>
                  <a:ext uri="{0D108BD9-81ED-4DB2-BD59-A6C34878D82A}">
                    <a16:rowId xmlns:a16="http://schemas.microsoft.com/office/drawing/2014/main" val="720230209"/>
                  </a:ext>
                </a:extLst>
              </a:tr>
              <a:tr h="323313">
                <a:tc>
                  <a:txBody>
                    <a:bodyPr/>
                    <a:lstStyle/>
                    <a:p>
                      <a:endParaRPr lang="en-MY" dirty="0"/>
                    </a:p>
                  </a:txBody>
                  <a:tcPr/>
                </a:tc>
                <a:tc>
                  <a:txBody>
                    <a:bodyPr/>
                    <a:lstStyle/>
                    <a:p>
                      <a:endParaRPr lang="en-MY" dirty="0"/>
                    </a:p>
                  </a:txBody>
                  <a:tcPr/>
                </a:tc>
                <a:tc>
                  <a:txBody>
                    <a:bodyPr/>
                    <a:lstStyle/>
                    <a:p>
                      <a:endParaRPr lang="en-MY"/>
                    </a:p>
                  </a:txBody>
                  <a:tcPr/>
                </a:tc>
                <a:tc>
                  <a:txBody>
                    <a:bodyPr/>
                    <a:lstStyle/>
                    <a:p>
                      <a:endParaRPr lang="en-MY"/>
                    </a:p>
                  </a:txBody>
                  <a:tcPr/>
                </a:tc>
                <a:extLst>
                  <a:ext uri="{0D108BD9-81ED-4DB2-BD59-A6C34878D82A}">
                    <a16:rowId xmlns:a16="http://schemas.microsoft.com/office/drawing/2014/main" val="1802148735"/>
                  </a:ext>
                </a:extLst>
              </a:tr>
              <a:tr h="438905">
                <a:tc>
                  <a:txBody>
                    <a:bodyPr/>
                    <a:lstStyle/>
                    <a:p>
                      <a:endParaRPr lang="en-MY" dirty="0"/>
                    </a:p>
                  </a:txBody>
                  <a:tcPr/>
                </a:tc>
                <a:tc>
                  <a:txBody>
                    <a:bodyPr/>
                    <a:lstStyle/>
                    <a:p>
                      <a:endParaRPr lang="en-MY" dirty="0"/>
                    </a:p>
                  </a:txBody>
                  <a:tcPr/>
                </a:tc>
                <a:tc>
                  <a:txBody>
                    <a:bodyPr/>
                    <a:lstStyle/>
                    <a:p>
                      <a:endParaRPr lang="en-MY"/>
                    </a:p>
                  </a:txBody>
                  <a:tcPr/>
                </a:tc>
                <a:tc>
                  <a:txBody>
                    <a:bodyPr/>
                    <a:lstStyle/>
                    <a:p>
                      <a:endParaRPr lang="en-MY" dirty="0"/>
                    </a:p>
                  </a:txBody>
                  <a:tcPr/>
                </a:tc>
                <a:extLst>
                  <a:ext uri="{0D108BD9-81ED-4DB2-BD59-A6C34878D82A}">
                    <a16:rowId xmlns:a16="http://schemas.microsoft.com/office/drawing/2014/main" val="1927669979"/>
                  </a:ext>
                </a:extLst>
              </a:tr>
              <a:tr h="323313">
                <a:tc>
                  <a:txBody>
                    <a:bodyPr/>
                    <a:lstStyle/>
                    <a:p>
                      <a:endParaRPr lang="en-MY" dirty="0"/>
                    </a:p>
                  </a:txBody>
                  <a:tcPr/>
                </a:tc>
                <a:tc>
                  <a:txBody>
                    <a:bodyPr/>
                    <a:lstStyle/>
                    <a:p>
                      <a:endParaRPr lang="en-MY" dirty="0"/>
                    </a:p>
                  </a:txBody>
                  <a:tcPr/>
                </a:tc>
                <a:tc>
                  <a:txBody>
                    <a:bodyPr/>
                    <a:lstStyle/>
                    <a:p>
                      <a:endParaRPr lang="en-MY" dirty="0"/>
                    </a:p>
                  </a:txBody>
                  <a:tcPr/>
                </a:tc>
                <a:tc>
                  <a:txBody>
                    <a:bodyPr/>
                    <a:lstStyle/>
                    <a:p>
                      <a:endParaRPr lang="en-MY" dirty="0"/>
                    </a:p>
                  </a:txBody>
                  <a:tcPr/>
                </a:tc>
                <a:extLst>
                  <a:ext uri="{0D108BD9-81ED-4DB2-BD59-A6C34878D82A}">
                    <a16:rowId xmlns:a16="http://schemas.microsoft.com/office/drawing/2014/main" val="4020378102"/>
                  </a:ext>
                </a:extLst>
              </a:tr>
              <a:tr h="323313">
                <a:tc>
                  <a:txBody>
                    <a:bodyPr/>
                    <a:lstStyle/>
                    <a:p>
                      <a:endParaRPr lang="en-MY" dirty="0"/>
                    </a:p>
                  </a:txBody>
                  <a:tcPr/>
                </a:tc>
                <a:tc>
                  <a:txBody>
                    <a:bodyPr/>
                    <a:lstStyle/>
                    <a:p>
                      <a:endParaRPr lang="en-MY" dirty="0"/>
                    </a:p>
                  </a:txBody>
                  <a:tcPr/>
                </a:tc>
                <a:tc>
                  <a:txBody>
                    <a:bodyPr/>
                    <a:lstStyle/>
                    <a:p>
                      <a:endParaRPr lang="en-MY" dirty="0"/>
                    </a:p>
                  </a:txBody>
                  <a:tcPr/>
                </a:tc>
                <a:tc>
                  <a:txBody>
                    <a:bodyPr/>
                    <a:lstStyle/>
                    <a:p>
                      <a:endParaRPr lang="en-MY" dirty="0"/>
                    </a:p>
                  </a:txBody>
                  <a:tcPr/>
                </a:tc>
                <a:extLst>
                  <a:ext uri="{0D108BD9-81ED-4DB2-BD59-A6C34878D82A}">
                    <a16:rowId xmlns:a16="http://schemas.microsoft.com/office/drawing/2014/main" val="2773873339"/>
                  </a:ext>
                </a:extLst>
              </a:tr>
              <a:tr h="323313">
                <a:tc>
                  <a:txBody>
                    <a:bodyPr/>
                    <a:lstStyle/>
                    <a:p>
                      <a:endParaRPr lang="en-MY" b="1" dirty="0"/>
                    </a:p>
                  </a:txBody>
                  <a:tcPr/>
                </a:tc>
                <a:tc>
                  <a:txBody>
                    <a:bodyPr/>
                    <a:lstStyle/>
                    <a:p>
                      <a:pPr algn="ctr"/>
                      <a:r>
                        <a:rPr lang="en-US" b="1" dirty="0"/>
                        <a:t>3490</a:t>
                      </a:r>
                      <a:endParaRPr lang="en-MY" b="1" dirty="0"/>
                    </a:p>
                  </a:txBody>
                  <a:tcPr/>
                </a:tc>
                <a:tc>
                  <a:txBody>
                    <a:bodyPr/>
                    <a:lstStyle/>
                    <a:p>
                      <a:endParaRPr lang="en-MY" b="1" dirty="0"/>
                    </a:p>
                  </a:txBody>
                  <a:tcPr/>
                </a:tc>
                <a:tc>
                  <a:txBody>
                    <a:bodyPr/>
                    <a:lstStyle/>
                    <a:p>
                      <a:pPr algn="ctr"/>
                      <a:r>
                        <a:rPr lang="en-US" b="1" dirty="0"/>
                        <a:t>3490</a:t>
                      </a:r>
                      <a:endParaRPr lang="en-MY" b="1" dirty="0"/>
                    </a:p>
                  </a:txBody>
                  <a:tcPr/>
                </a:tc>
                <a:extLst>
                  <a:ext uri="{0D108BD9-81ED-4DB2-BD59-A6C34878D82A}">
                    <a16:rowId xmlns:a16="http://schemas.microsoft.com/office/drawing/2014/main" val="2795712864"/>
                  </a:ext>
                </a:extLst>
              </a:tr>
            </a:tbl>
          </a:graphicData>
        </a:graphic>
      </p:graphicFrame>
      <p:sp>
        <p:nvSpPr>
          <p:cNvPr id="44" name="Rectangle: Rounded Corners 8">
            <a:extLst>
              <a:ext uri="{FF2B5EF4-FFF2-40B4-BE49-F238E27FC236}">
                <a16:creationId xmlns:a16="http://schemas.microsoft.com/office/drawing/2014/main" id="{0B7EF5A1-EBCD-6E75-2ED1-1C88269AA551}"/>
              </a:ext>
            </a:extLst>
          </p:cNvPr>
          <p:cNvSpPr/>
          <p:nvPr/>
        </p:nvSpPr>
        <p:spPr>
          <a:xfrm>
            <a:off x="7411896" y="5714354"/>
            <a:ext cx="1757587" cy="453450"/>
          </a:xfrm>
          <a:prstGeom prst="roundRect">
            <a:avLst>
              <a:gd name="adj" fmla="val 50000"/>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800" dirty="0"/>
              <a:t>3490</a:t>
            </a:r>
            <a:endParaRPr lang="ko-KR" altLang="en-US" sz="1800" dirty="0"/>
          </a:p>
        </p:txBody>
      </p:sp>
      <p:sp>
        <p:nvSpPr>
          <p:cNvPr id="45" name="Rectangle: Rounded Corners 9">
            <a:extLst>
              <a:ext uri="{FF2B5EF4-FFF2-40B4-BE49-F238E27FC236}">
                <a16:creationId xmlns:a16="http://schemas.microsoft.com/office/drawing/2014/main" id="{A335CA72-0EAD-3016-22D8-E23E4083C6F4}"/>
              </a:ext>
            </a:extLst>
          </p:cNvPr>
          <p:cNvSpPr/>
          <p:nvPr/>
        </p:nvSpPr>
        <p:spPr>
          <a:xfrm>
            <a:off x="5450549" y="5068823"/>
            <a:ext cx="1757587" cy="453450"/>
          </a:xfrm>
          <a:prstGeom prst="roundRect">
            <a:avLst>
              <a:gd name="adj" fmla="val 50000"/>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effectLst/>
                <a:latin typeface="Arial MT"/>
                <a:ea typeface="Arial MT"/>
                <a:cs typeface="Arial MT"/>
              </a:rPr>
              <a:t>Purchase</a:t>
            </a:r>
            <a:endParaRPr lang="ko-KR" altLang="en-US" sz="1800" dirty="0"/>
          </a:p>
        </p:txBody>
      </p:sp>
      <p:sp>
        <p:nvSpPr>
          <p:cNvPr id="49" name="Text Placeholder 17">
            <a:extLst>
              <a:ext uri="{FF2B5EF4-FFF2-40B4-BE49-F238E27FC236}">
                <a16:creationId xmlns:a16="http://schemas.microsoft.com/office/drawing/2014/main" id="{7108D976-8670-C832-D3E5-50CCF6C5BC1A}"/>
              </a:ext>
            </a:extLst>
          </p:cNvPr>
          <p:cNvSpPr txBox="1">
            <a:spLocks/>
          </p:cNvSpPr>
          <p:nvPr/>
        </p:nvSpPr>
        <p:spPr>
          <a:xfrm>
            <a:off x="229042" y="2510706"/>
            <a:ext cx="1370322" cy="221405"/>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endParaRPr lang="en-US" sz="1800" b="1" dirty="0">
              <a:solidFill>
                <a:schemeClr val="bg1"/>
              </a:solidFill>
              <a:cs typeface="Arial" pitchFamily="34" charset="0"/>
            </a:endParaRPr>
          </a:p>
        </p:txBody>
      </p:sp>
      <p:sp>
        <p:nvSpPr>
          <p:cNvPr id="56" name="Rectangle: Rounded Corners 8">
            <a:extLst>
              <a:ext uri="{FF2B5EF4-FFF2-40B4-BE49-F238E27FC236}">
                <a16:creationId xmlns:a16="http://schemas.microsoft.com/office/drawing/2014/main" id="{84C25646-C3D9-70B6-9C40-42AE9643650A}"/>
              </a:ext>
            </a:extLst>
          </p:cNvPr>
          <p:cNvSpPr/>
          <p:nvPr/>
        </p:nvSpPr>
        <p:spPr>
          <a:xfrm>
            <a:off x="3386509" y="5048146"/>
            <a:ext cx="1757587" cy="453450"/>
          </a:xfrm>
          <a:prstGeom prst="roundRect">
            <a:avLst>
              <a:gd name="adj" fmla="val 50000"/>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800" dirty="0"/>
              <a:t>Opening stock</a:t>
            </a:r>
            <a:endParaRPr lang="ko-KR" altLang="en-US" sz="1800" dirty="0"/>
          </a:p>
        </p:txBody>
      </p:sp>
      <p:sp>
        <p:nvSpPr>
          <p:cNvPr id="62" name="Rectangle: Rounded Corners 8">
            <a:extLst>
              <a:ext uri="{FF2B5EF4-FFF2-40B4-BE49-F238E27FC236}">
                <a16:creationId xmlns:a16="http://schemas.microsoft.com/office/drawing/2014/main" id="{9C82A9C9-20BC-17E8-38E9-91CF92E5EAA3}"/>
              </a:ext>
            </a:extLst>
          </p:cNvPr>
          <p:cNvSpPr/>
          <p:nvPr/>
        </p:nvSpPr>
        <p:spPr>
          <a:xfrm>
            <a:off x="3386509" y="5685008"/>
            <a:ext cx="1757587" cy="453450"/>
          </a:xfrm>
          <a:prstGeom prst="roundRect">
            <a:avLst>
              <a:gd name="adj" fmla="val 50000"/>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800" dirty="0"/>
              <a:t>4088</a:t>
            </a:r>
            <a:endParaRPr lang="ko-KR" altLang="en-US" sz="1800" dirty="0"/>
          </a:p>
        </p:txBody>
      </p:sp>
      <p:sp>
        <p:nvSpPr>
          <p:cNvPr id="73" name="Text Placeholder 17">
            <a:extLst>
              <a:ext uri="{FF2B5EF4-FFF2-40B4-BE49-F238E27FC236}">
                <a16:creationId xmlns:a16="http://schemas.microsoft.com/office/drawing/2014/main" id="{AE314D89-F734-39EC-A80C-2A1B4EADF8CC}"/>
              </a:ext>
            </a:extLst>
          </p:cNvPr>
          <p:cNvSpPr txBox="1">
            <a:spLocks/>
          </p:cNvSpPr>
          <p:nvPr/>
        </p:nvSpPr>
        <p:spPr>
          <a:xfrm>
            <a:off x="8432617" y="4583677"/>
            <a:ext cx="1370322" cy="221405"/>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endParaRPr lang="en-US" sz="1800" b="1" dirty="0">
              <a:solidFill>
                <a:schemeClr val="bg1"/>
              </a:solidFill>
              <a:cs typeface="Arial" pitchFamily="34" charset="0"/>
            </a:endParaRPr>
          </a:p>
        </p:txBody>
      </p:sp>
      <p:sp>
        <p:nvSpPr>
          <p:cNvPr id="79" name="Text Placeholder 17">
            <a:extLst>
              <a:ext uri="{FF2B5EF4-FFF2-40B4-BE49-F238E27FC236}">
                <a16:creationId xmlns:a16="http://schemas.microsoft.com/office/drawing/2014/main" id="{BC67FDC2-3B5C-BDFC-4868-DAF2BDF1874F}"/>
              </a:ext>
            </a:extLst>
          </p:cNvPr>
          <p:cNvSpPr txBox="1">
            <a:spLocks/>
          </p:cNvSpPr>
          <p:nvPr/>
        </p:nvSpPr>
        <p:spPr>
          <a:xfrm>
            <a:off x="2154042" y="4365688"/>
            <a:ext cx="1370322" cy="221405"/>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endParaRPr lang="en-US" sz="1800" b="1" dirty="0">
              <a:solidFill>
                <a:schemeClr val="bg1"/>
              </a:solidFill>
              <a:cs typeface="Arial" pitchFamily="34" charset="0"/>
            </a:endParaRPr>
          </a:p>
        </p:txBody>
      </p:sp>
      <p:sp>
        <p:nvSpPr>
          <p:cNvPr id="85" name="Rectangle: Rounded Corners 8">
            <a:extLst>
              <a:ext uri="{FF2B5EF4-FFF2-40B4-BE49-F238E27FC236}">
                <a16:creationId xmlns:a16="http://schemas.microsoft.com/office/drawing/2014/main" id="{E8D32384-B88F-2887-04A9-636B7AD9DAD6}"/>
              </a:ext>
            </a:extLst>
          </p:cNvPr>
          <p:cNvSpPr/>
          <p:nvPr/>
        </p:nvSpPr>
        <p:spPr>
          <a:xfrm>
            <a:off x="7402384" y="5101637"/>
            <a:ext cx="1757587" cy="453450"/>
          </a:xfrm>
          <a:prstGeom prst="roundRect">
            <a:avLst>
              <a:gd name="adj" fmla="val 50000"/>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600" dirty="0">
                <a:latin typeface="Arial MT"/>
              </a:rPr>
              <a:t>(-)Closing Stock</a:t>
            </a:r>
            <a:endParaRPr lang="ko-KR" altLang="en-US" sz="1600" dirty="0"/>
          </a:p>
        </p:txBody>
      </p:sp>
      <p:sp>
        <p:nvSpPr>
          <p:cNvPr id="90" name="Rectangle: Rounded Corners 8">
            <a:extLst>
              <a:ext uri="{FF2B5EF4-FFF2-40B4-BE49-F238E27FC236}">
                <a16:creationId xmlns:a16="http://schemas.microsoft.com/office/drawing/2014/main" id="{B9AF7030-2810-B8BC-4D6D-2D9455882653}"/>
              </a:ext>
            </a:extLst>
          </p:cNvPr>
          <p:cNvSpPr/>
          <p:nvPr/>
        </p:nvSpPr>
        <p:spPr>
          <a:xfrm>
            <a:off x="5436841" y="5710497"/>
            <a:ext cx="1757587" cy="453450"/>
          </a:xfrm>
          <a:prstGeom prst="roundRect">
            <a:avLst>
              <a:gd name="adj" fmla="val 50000"/>
            </a:avLst>
          </a:prstGeom>
          <a:solidFill>
            <a:schemeClr val="accent6">
              <a:lumMod val="90000"/>
              <a:lumOff val="1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800" dirty="0"/>
              <a:t>(2560)</a:t>
            </a:r>
            <a:endParaRPr lang="ko-KR" altLang="en-US" sz="1800" dirty="0"/>
          </a:p>
        </p:txBody>
      </p:sp>
      <p:sp>
        <p:nvSpPr>
          <p:cNvPr id="91" name="Text Placeholder 17">
            <a:extLst>
              <a:ext uri="{FF2B5EF4-FFF2-40B4-BE49-F238E27FC236}">
                <a16:creationId xmlns:a16="http://schemas.microsoft.com/office/drawing/2014/main" id="{AD4C9941-6580-DD61-F350-88D7E2AB6E7A}"/>
              </a:ext>
            </a:extLst>
          </p:cNvPr>
          <p:cNvSpPr txBox="1">
            <a:spLocks/>
          </p:cNvSpPr>
          <p:nvPr/>
        </p:nvSpPr>
        <p:spPr>
          <a:xfrm>
            <a:off x="5144096" y="5761897"/>
            <a:ext cx="1370322" cy="221405"/>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endParaRPr lang="en-US" sz="1800" b="1" dirty="0">
              <a:solidFill>
                <a:schemeClr val="bg1"/>
              </a:solidFill>
              <a:cs typeface="Arial" pitchFamily="34" charset="0"/>
            </a:endParaRPr>
          </a:p>
        </p:txBody>
      </p:sp>
      <p:sp>
        <p:nvSpPr>
          <p:cNvPr id="7" name="Text Placeholder 6">
            <a:extLst>
              <a:ext uri="{FF2B5EF4-FFF2-40B4-BE49-F238E27FC236}">
                <a16:creationId xmlns:a16="http://schemas.microsoft.com/office/drawing/2014/main" id="{68B32A56-8590-42BE-909A-D9FDF4088EB5}"/>
              </a:ext>
            </a:extLst>
          </p:cNvPr>
          <p:cNvSpPr>
            <a:spLocks noGrp="1"/>
          </p:cNvSpPr>
          <p:nvPr>
            <p:ph type="body" sz="quarter" idx="10"/>
          </p:nvPr>
        </p:nvSpPr>
        <p:spPr/>
        <p:txBody>
          <a:bodyPr/>
          <a:lstStyle/>
          <a:p>
            <a:r>
              <a:rPr lang="en-US" dirty="0"/>
              <a:t>Game</a:t>
            </a:r>
            <a:endParaRPr lang="en-MY" dirty="0"/>
          </a:p>
        </p:txBody>
      </p:sp>
      <p:sp>
        <p:nvSpPr>
          <p:cNvPr id="8" name="TextBox 7">
            <a:extLst>
              <a:ext uri="{FF2B5EF4-FFF2-40B4-BE49-F238E27FC236}">
                <a16:creationId xmlns:a16="http://schemas.microsoft.com/office/drawing/2014/main" id="{5BF7DF03-0072-44D9-88BD-AF1C8AF3716C}"/>
              </a:ext>
            </a:extLst>
          </p:cNvPr>
          <p:cNvSpPr txBox="1"/>
          <p:nvPr/>
        </p:nvSpPr>
        <p:spPr>
          <a:xfrm>
            <a:off x="4327894" y="976148"/>
            <a:ext cx="3564466" cy="369332"/>
          </a:xfrm>
          <a:prstGeom prst="rect">
            <a:avLst/>
          </a:prstGeom>
          <a:noFill/>
        </p:spPr>
        <p:txBody>
          <a:bodyPr wrap="square" rtlCol="0">
            <a:spAutoFit/>
          </a:bodyPr>
          <a:lstStyle/>
          <a:p>
            <a:pPr algn="ctr"/>
            <a:r>
              <a:rPr lang="en-US" dirty="0"/>
              <a:t>Mix and Match</a:t>
            </a:r>
            <a:endParaRPr lang="en-MY" dirty="0"/>
          </a:p>
        </p:txBody>
      </p:sp>
      <p:sp>
        <p:nvSpPr>
          <p:cNvPr id="2" name="Rectangle: Rounded Corners 8">
            <a:extLst>
              <a:ext uri="{FF2B5EF4-FFF2-40B4-BE49-F238E27FC236}">
                <a16:creationId xmlns:a16="http://schemas.microsoft.com/office/drawing/2014/main" id="{E8233098-A27C-BE05-8D7D-2C5F3BCFEE2E}"/>
              </a:ext>
            </a:extLst>
          </p:cNvPr>
          <p:cNvSpPr/>
          <p:nvPr/>
        </p:nvSpPr>
        <p:spPr>
          <a:xfrm>
            <a:off x="1472474" y="5685008"/>
            <a:ext cx="1757587" cy="453450"/>
          </a:xfrm>
          <a:prstGeom prst="roundRect">
            <a:avLst>
              <a:gd name="adj" fmla="val 50000"/>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800" dirty="0"/>
              <a:t>3490</a:t>
            </a:r>
            <a:endParaRPr lang="ko-KR" altLang="en-US" sz="1800" dirty="0"/>
          </a:p>
        </p:txBody>
      </p:sp>
      <p:sp>
        <p:nvSpPr>
          <p:cNvPr id="3" name="Rectangle: Rounded Corners 9">
            <a:extLst>
              <a:ext uri="{FF2B5EF4-FFF2-40B4-BE49-F238E27FC236}">
                <a16:creationId xmlns:a16="http://schemas.microsoft.com/office/drawing/2014/main" id="{10A1E4C1-F2D0-1F5D-2555-5E7CFF769FEE}"/>
              </a:ext>
            </a:extLst>
          </p:cNvPr>
          <p:cNvSpPr/>
          <p:nvPr/>
        </p:nvSpPr>
        <p:spPr>
          <a:xfrm>
            <a:off x="1472473" y="5043148"/>
            <a:ext cx="1757587" cy="453450"/>
          </a:xfrm>
          <a:prstGeom prst="roundRect">
            <a:avLst>
              <a:gd name="adj" fmla="val 50000"/>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effectLst/>
                <a:latin typeface="Arial MT"/>
                <a:ea typeface="Arial MT"/>
                <a:cs typeface="Arial MT"/>
              </a:rPr>
              <a:t>Sales</a:t>
            </a:r>
            <a:endParaRPr lang="ko-KR" altLang="en-US" sz="1800" dirty="0"/>
          </a:p>
        </p:txBody>
      </p:sp>
      <p:sp>
        <p:nvSpPr>
          <p:cNvPr id="4" name="Rectangle: Rounded Corners 9">
            <a:extLst>
              <a:ext uri="{FF2B5EF4-FFF2-40B4-BE49-F238E27FC236}">
                <a16:creationId xmlns:a16="http://schemas.microsoft.com/office/drawing/2014/main" id="{2B73E594-6CAE-9DB7-A244-896098AF2054}"/>
              </a:ext>
            </a:extLst>
          </p:cNvPr>
          <p:cNvSpPr/>
          <p:nvPr/>
        </p:nvSpPr>
        <p:spPr>
          <a:xfrm>
            <a:off x="1472473" y="6290719"/>
            <a:ext cx="1757587" cy="453450"/>
          </a:xfrm>
          <a:prstGeom prst="roundRect">
            <a:avLst>
              <a:gd name="adj" fmla="val 50000"/>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effectLst/>
                <a:latin typeface="Arial MT"/>
                <a:ea typeface="Arial MT"/>
                <a:cs typeface="Arial MT"/>
              </a:rPr>
              <a:t>2198</a:t>
            </a:r>
            <a:endParaRPr lang="ko-KR" altLang="en-US" sz="1800" dirty="0"/>
          </a:p>
        </p:txBody>
      </p:sp>
      <p:sp>
        <p:nvSpPr>
          <p:cNvPr id="9" name="Rectangle: Rounded Corners 8">
            <a:extLst>
              <a:ext uri="{FF2B5EF4-FFF2-40B4-BE49-F238E27FC236}">
                <a16:creationId xmlns:a16="http://schemas.microsoft.com/office/drawing/2014/main" id="{98B2205D-73BD-407D-440E-FB6785A8CBC9}"/>
              </a:ext>
            </a:extLst>
          </p:cNvPr>
          <p:cNvSpPr/>
          <p:nvPr/>
        </p:nvSpPr>
        <p:spPr>
          <a:xfrm>
            <a:off x="7457192" y="6294576"/>
            <a:ext cx="1757587" cy="453450"/>
          </a:xfrm>
          <a:prstGeom prst="roundRect">
            <a:avLst>
              <a:gd name="adj" fmla="val 50000"/>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800" dirty="0"/>
              <a:t>1528</a:t>
            </a:r>
            <a:endParaRPr lang="ko-KR" altLang="en-US" sz="1800" dirty="0"/>
          </a:p>
        </p:txBody>
      </p:sp>
      <p:sp>
        <p:nvSpPr>
          <p:cNvPr id="10" name="Rectangle: Rounded Corners 8">
            <a:extLst>
              <a:ext uri="{FF2B5EF4-FFF2-40B4-BE49-F238E27FC236}">
                <a16:creationId xmlns:a16="http://schemas.microsoft.com/office/drawing/2014/main" id="{A9736626-1F71-6D8A-5CAF-865D092B0D95}"/>
              </a:ext>
            </a:extLst>
          </p:cNvPr>
          <p:cNvSpPr/>
          <p:nvPr/>
        </p:nvSpPr>
        <p:spPr>
          <a:xfrm>
            <a:off x="5482137" y="6290719"/>
            <a:ext cx="1757587" cy="453450"/>
          </a:xfrm>
          <a:prstGeom prst="roundRect">
            <a:avLst>
              <a:gd name="adj" fmla="val 50000"/>
            </a:avLst>
          </a:prstGeom>
          <a:solidFill>
            <a:schemeClr val="accent6">
              <a:lumMod val="90000"/>
              <a:lumOff val="1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800" dirty="0"/>
              <a:t>Cost of sales</a:t>
            </a:r>
            <a:endParaRPr lang="ko-KR" altLang="en-US" sz="1800" dirty="0"/>
          </a:p>
        </p:txBody>
      </p:sp>
      <p:sp>
        <p:nvSpPr>
          <p:cNvPr id="11" name="Text Placeholder 17">
            <a:extLst>
              <a:ext uri="{FF2B5EF4-FFF2-40B4-BE49-F238E27FC236}">
                <a16:creationId xmlns:a16="http://schemas.microsoft.com/office/drawing/2014/main" id="{623A0012-EB68-04BE-1AD1-8750AA434095}"/>
              </a:ext>
            </a:extLst>
          </p:cNvPr>
          <p:cNvSpPr txBox="1">
            <a:spLocks/>
          </p:cNvSpPr>
          <p:nvPr/>
        </p:nvSpPr>
        <p:spPr>
          <a:xfrm>
            <a:off x="5189392" y="6342119"/>
            <a:ext cx="1370322" cy="221405"/>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endParaRPr lang="en-US" sz="1800" b="1" dirty="0">
              <a:solidFill>
                <a:schemeClr val="bg1"/>
              </a:solidFill>
              <a:cs typeface="Arial" pitchFamily="34" charset="0"/>
            </a:endParaRPr>
          </a:p>
        </p:txBody>
      </p:sp>
      <p:sp>
        <p:nvSpPr>
          <p:cNvPr id="12" name="Rectangle: Rounded Corners 8">
            <a:extLst>
              <a:ext uri="{FF2B5EF4-FFF2-40B4-BE49-F238E27FC236}">
                <a16:creationId xmlns:a16="http://schemas.microsoft.com/office/drawing/2014/main" id="{102F77E5-224D-81A9-EA12-C358153F8BB4}"/>
              </a:ext>
            </a:extLst>
          </p:cNvPr>
          <p:cNvSpPr/>
          <p:nvPr/>
        </p:nvSpPr>
        <p:spPr>
          <a:xfrm>
            <a:off x="9356390" y="5710497"/>
            <a:ext cx="1757587" cy="453450"/>
          </a:xfrm>
          <a:prstGeom prst="roundRect">
            <a:avLst>
              <a:gd name="adj" fmla="val 50000"/>
            </a:avLst>
          </a:prstGeom>
          <a:solidFill>
            <a:schemeClr val="accent6">
              <a:lumMod val="90000"/>
              <a:lumOff val="1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800" dirty="0"/>
              <a:t>1962</a:t>
            </a:r>
            <a:endParaRPr lang="ko-KR" altLang="en-US" sz="1800" dirty="0"/>
          </a:p>
        </p:txBody>
      </p:sp>
      <p:sp>
        <p:nvSpPr>
          <p:cNvPr id="13" name="Rectangle: Rounded Corners 8">
            <a:extLst>
              <a:ext uri="{FF2B5EF4-FFF2-40B4-BE49-F238E27FC236}">
                <a16:creationId xmlns:a16="http://schemas.microsoft.com/office/drawing/2014/main" id="{E704219D-8A4B-BD44-FFC9-E002060A1255}"/>
              </a:ext>
            </a:extLst>
          </p:cNvPr>
          <p:cNvSpPr/>
          <p:nvPr/>
        </p:nvSpPr>
        <p:spPr>
          <a:xfrm>
            <a:off x="3386509" y="6255921"/>
            <a:ext cx="1757587" cy="453450"/>
          </a:xfrm>
          <a:prstGeom prst="roundRect">
            <a:avLst>
              <a:gd name="adj" fmla="val 50000"/>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800" dirty="0"/>
              <a:t>Profit</a:t>
            </a:r>
            <a:endParaRPr lang="ko-KR" altLang="en-US" sz="1800" dirty="0"/>
          </a:p>
        </p:txBody>
      </p:sp>
    </p:spTree>
    <p:extLst>
      <p:ext uri="{BB962C8B-B14F-4D97-AF65-F5344CB8AC3E}">
        <p14:creationId xmlns:p14="http://schemas.microsoft.com/office/powerpoint/2010/main" val="805428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82A18-601D-0093-0CEB-42A2D8E9E176}"/>
            </a:ext>
          </a:extLst>
        </p:cNvPr>
        <p:cNvGrpSpPr/>
        <p:nvPr/>
      </p:nvGrpSpPr>
      <p:grpSpPr>
        <a:xfrm>
          <a:off x="0" y="0"/>
          <a:ext cx="0" cy="0"/>
          <a:chOff x="0" y="0"/>
          <a:chExt cx="0" cy="0"/>
        </a:xfrm>
      </p:grpSpPr>
      <p:sp>
        <p:nvSpPr>
          <p:cNvPr id="40" name="Text Placeholder 17">
            <a:extLst>
              <a:ext uri="{FF2B5EF4-FFF2-40B4-BE49-F238E27FC236}">
                <a16:creationId xmlns:a16="http://schemas.microsoft.com/office/drawing/2014/main" id="{14BE8E11-AA06-0545-1640-05F0CD1127D6}"/>
              </a:ext>
            </a:extLst>
          </p:cNvPr>
          <p:cNvSpPr txBox="1">
            <a:spLocks/>
          </p:cNvSpPr>
          <p:nvPr/>
        </p:nvSpPr>
        <p:spPr>
          <a:xfrm>
            <a:off x="244055" y="189360"/>
            <a:ext cx="1370322" cy="221405"/>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endParaRPr lang="en-US" sz="1800" b="1" dirty="0">
              <a:solidFill>
                <a:schemeClr val="bg1"/>
              </a:solidFill>
              <a:cs typeface="Arial" pitchFamily="34" charset="0"/>
            </a:endParaRPr>
          </a:p>
        </p:txBody>
      </p:sp>
      <p:graphicFrame>
        <p:nvGraphicFramePr>
          <p:cNvPr id="43" name="Table 42">
            <a:extLst>
              <a:ext uri="{FF2B5EF4-FFF2-40B4-BE49-F238E27FC236}">
                <a16:creationId xmlns:a16="http://schemas.microsoft.com/office/drawing/2014/main" id="{26A9BF2A-58D1-273A-093E-A1EDD084B3D5}"/>
              </a:ext>
            </a:extLst>
          </p:cNvPr>
          <p:cNvGraphicFramePr>
            <a:graphicFrameLocks noGrp="1"/>
          </p:cNvGraphicFramePr>
          <p:nvPr>
            <p:extLst>
              <p:ext uri="{D42A27DB-BD31-4B8C-83A1-F6EECF244321}">
                <p14:modId xmlns:p14="http://schemas.microsoft.com/office/powerpoint/2010/main" val="1596725995"/>
              </p:ext>
            </p:extLst>
          </p:nvPr>
        </p:nvGraphicFramePr>
        <p:xfrm>
          <a:off x="733450" y="1343397"/>
          <a:ext cx="10862734" cy="3236650"/>
        </p:xfrm>
        <a:graphic>
          <a:graphicData uri="http://schemas.openxmlformats.org/drawingml/2006/table">
            <a:tbl>
              <a:tblPr firstRow="1" bandRow="1">
                <a:tableStyleId>{E8B1032C-EA38-4F05-BA0D-38AFFFC7BED3}</a:tableStyleId>
              </a:tblPr>
              <a:tblGrid>
                <a:gridCol w="3591468">
                  <a:extLst>
                    <a:ext uri="{9D8B030D-6E8A-4147-A177-3AD203B41FA5}">
                      <a16:colId xmlns:a16="http://schemas.microsoft.com/office/drawing/2014/main" val="3050901769"/>
                    </a:ext>
                  </a:extLst>
                </a:gridCol>
                <a:gridCol w="1623999">
                  <a:extLst>
                    <a:ext uri="{9D8B030D-6E8A-4147-A177-3AD203B41FA5}">
                      <a16:colId xmlns:a16="http://schemas.microsoft.com/office/drawing/2014/main" val="3197680385"/>
                    </a:ext>
                  </a:extLst>
                </a:gridCol>
                <a:gridCol w="4224867">
                  <a:extLst>
                    <a:ext uri="{9D8B030D-6E8A-4147-A177-3AD203B41FA5}">
                      <a16:colId xmlns:a16="http://schemas.microsoft.com/office/drawing/2014/main" val="838108240"/>
                    </a:ext>
                  </a:extLst>
                </a:gridCol>
                <a:gridCol w="1422400">
                  <a:extLst>
                    <a:ext uri="{9D8B030D-6E8A-4147-A177-3AD203B41FA5}">
                      <a16:colId xmlns:a16="http://schemas.microsoft.com/office/drawing/2014/main" val="1699177456"/>
                    </a:ext>
                  </a:extLst>
                </a:gridCol>
              </a:tblGrid>
              <a:tr h="371769">
                <a:tc gridSpan="4">
                  <a:txBody>
                    <a:bodyPr/>
                    <a:lstStyle/>
                    <a:p>
                      <a:pPr algn="ctr"/>
                      <a:r>
                        <a:rPr lang="en-US" sz="1800" b="1" kern="1200" dirty="0">
                          <a:solidFill>
                            <a:schemeClr val="tx1"/>
                          </a:solidFill>
                          <a:effectLst/>
                        </a:rPr>
                        <a:t>Chess Club </a:t>
                      </a:r>
                    </a:p>
                    <a:p>
                      <a:pPr algn="ctr"/>
                      <a:r>
                        <a:rPr lang="en-US" sz="1800" b="1" kern="1200" dirty="0">
                          <a:solidFill>
                            <a:schemeClr val="tx1"/>
                          </a:solidFill>
                          <a:effectLst/>
                        </a:rPr>
                        <a:t>Income and expenditure account for the year ended 31 Aug 2024</a:t>
                      </a:r>
                      <a:endParaRPr lang="en-MY" dirty="0">
                        <a:solidFill>
                          <a:schemeClr val="tx1"/>
                        </a:solidFill>
                      </a:endParaRPr>
                    </a:p>
                  </a:txBody>
                  <a:tcPr>
                    <a:solidFill>
                      <a:schemeClr val="accent5">
                        <a:lumMod val="60000"/>
                        <a:lumOff val="40000"/>
                      </a:schemeClr>
                    </a:solidFill>
                  </a:tcPr>
                </a:tc>
                <a:tc hMerge="1">
                  <a:txBody>
                    <a:bodyPr/>
                    <a:lstStyle/>
                    <a:p>
                      <a:endParaRPr lang="en-MY"/>
                    </a:p>
                  </a:txBody>
                  <a:tcPr/>
                </a:tc>
                <a:tc hMerge="1">
                  <a:txBody>
                    <a:bodyPr/>
                    <a:lstStyle/>
                    <a:p>
                      <a:endParaRPr lang="en-MY" dirty="0"/>
                    </a:p>
                  </a:txBody>
                  <a:tcPr/>
                </a:tc>
                <a:tc hMerge="1">
                  <a:txBody>
                    <a:bodyPr/>
                    <a:lstStyle/>
                    <a:p>
                      <a:endParaRPr lang="en-MY"/>
                    </a:p>
                  </a:txBody>
                  <a:tcPr/>
                </a:tc>
                <a:extLst>
                  <a:ext uri="{0D108BD9-81ED-4DB2-BD59-A6C34878D82A}">
                    <a16:rowId xmlns:a16="http://schemas.microsoft.com/office/drawing/2014/main" val="1948779650"/>
                  </a:ext>
                </a:extLst>
              </a:tr>
              <a:tr h="402010">
                <a:tc>
                  <a:txBody>
                    <a:bodyPr/>
                    <a:lstStyle/>
                    <a:p>
                      <a:endParaRPr lang="en-MY" dirty="0"/>
                    </a:p>
                  </a:txBody>
                  <a:tcPr/>
                </a:tc>
                <a:tc>
                  <a:txBody>
                    <a:bodyPr/>
                    <a:lstStyle/>
                    <a:p>
                      <a:endParaRPr lang="en-MY" dirty="0"/>
                    </a:p>
                  </a:txBody>
                  <a:tcPr/>
                </a:tc>
                <a:tc>
                  <a:txBody>
                    <a:bodyPr/>
                    <a:lstStyle/>
                    <a:p>
                      <a:pPr marL="260350" marR="0" algn="ctr">
                        <a:lnSpc>
                          <a:spcPts val="1245"/>
                        </a:lnSpc>
                        <a:spcBef>
                          <a:spcPts val="150"/>
                        </a:spcBef>
                        <a:spcAft>
                          <a:spcPts val="0"/>
                        </a:spcAft>
                      </a:pPr>
                      <a:endParaRPr lang="en-MY" sz="1600" dirty="0">
                        <a:effectLst/>
                        <a:latin typeface="Arial MT"/>
                        <a:ea typeface="Arial MT"/>
                        <a:cs typeface="Arial MT"/>
                      </a:endParaRPr>
                    </a:p>
                  </a:txBody>
                  <a:tcPr marL="0" marR="0" marT="0" marB="0"/>
                </a:tc>
                <a:tc>
                  <a:txBody>
                    <a:bodyPr/>
                    <a:lstStyle/>
                    <a:p>
                      <a:endParaRPr lang="en-MY" dirty="0"/>
                    </a:p>
                  </a:txBody>
                  <a:tcPr/>
                </a:tc>
                <a:extLst>
                  <a:ext uri="{0D108BD9-81ED-4DB2-BD59-A6C34878D82A}">
                    <a16:rowId xmlns:a16="http://schemas.microsoft.com/office/drawing/2014/main" val="881203602"/>
                  </a:ext>
                </a:extLst>
              </a:tr>
              <a:tr h="323313">
                <a:tc>
                  <a:txBody>
                    <a:bodyPr/>
                    <a:lstStyle/>
                    <a:p>
                      <a:endParaRPr lang="en-MY" dirty="0"/>
                    </a:p>
                  </a:txBody>
                  <a:tcPr/>
                </a:tc>
                <a:tc>
                  <a:txBody>
                    <a:bodyPr/>
                    <a:lstStyle/>
                    <a:p>
                      <a:endParaRPr lang="en-MY" dirty="0"/>
                    </a:p>
                  </a:txBody>
                  <a:tcPr/>
                </a:tc>
                <a:tc>
                  <a:txBody>
                    <a:bodyPr/>
                    <a:lstStyle/>
                    <a:p>
                      <a:pPr marL="67945" marR="0" algn="ctr">
                        <a:lnSpc>
                          <a:spcPts val="1245"/>
                        </a:lnSpc>
                        <a:spcBef>
                          <a:spcPts val="150"/>
                        </a:spcBef>
                        <a:spcAft>
                          <a:spcPts val="0"/>
                        </a:spcAft>
                      </a:pPr>
                      <a:endParaRPr lang="en-MY" sz="1600" dirty="0">
                        <a:effectLst/>
                        <a:latin typeface="Arial MT"/>
                        <a:ea typeface="Arial MT"/>
                        <a:cs typeface="Arial MT"/>
                      </a:endParaRPr>
                    </a:p>
                  </a:txBody>
                  <a:tcPr marL="0" marR="0" marT="0" marB="0"/>
                </a:tc>
                <a:tc>
                  <a:txBody>
                    <a:bodyPr/>
                    <a:lstStyle/>
                    <a:p>
                      <a:endParaRPr lang="en-MY"/>
                    </a:p>
                  </a:txBody>
                  <a:tcPr/>
                </a:tc>
                <a:extLst>
                  <a:ext uri="{0D108BD9-81ED-4DB2-BD59-A6C34878D82A}">
                    <a16:rowId xmlns:a16="http://schemas.microsoft.com/office/drawing/2014/main" val="720230209"/>
                  </a:ext>
                </a:extLst>
              </a:tr>
              <a:tr h="323313">
                <a:tc>
                  <a:txBody>
                    <a:bodyPr/>
                    <a:lstStyle/>
                    <a:p>
                      <a:endParaRPr lang="en-MY" dirty="0"/>
                    </a:p>
                  </a:txBody>
                  <a:tcPr/>
                </a:tc>
                <a:tc>
                  <a:txBody>
                    <a:bodyPr/>
                    <a:lstStyle/>
                    <a:p>
                      <a:endParaRPr lang="en-MY" dirty="0"/>
                    </a:p>
                  </a:txBody>
                  <a:tcPr/>
                </a:tc>
                <a:tc>
                  <a:txBody>
                    <a:bodyPr/>
                    <a:lstStyle/>
                    <a:p>
                      <a:pPr algn="ctr"/>
                      <a:endParaRPr lang="en-MY" sz="1600" dirty="0"/>
                    </a:p>
                  </a:txBody>
                  <a:tcPr/>
                </a:tc>
                <a:tc>
                  <a:txBody>
                    <a:bodyPr/>
                    <a:lstStyle/>
                    <a:p>
                      <a:endParaRPr lang="en-MY"/>
                    </a:p>
                  </a:txBody>
                  <a:tcPr/>
                </a:tc>
                <a:extLst>
                  <a:ext uri="{0D108BD9-81ED-4DB2-BD59-A6C34878D82A}">
                    <a16:rowId xmlns:a16="http://schemas.microsoft.com/office/drawing/2014/main" val="1802148735"/>
                  </a:ext>
                </a:extLst>
              </a:tr>
              <a:tr h="323313">
                <a:tc>
                  <a:txBody>
                    <a:bodyPr/>
                    <a:lstStyle/>
                    <a:p>
                      <a:endParaRPr lang="en-MY" dirty="0"/>
                    </a:p>
                  </a:txBody>
                  <a:tcPr/>
                </a:tc>
                <a:tc>
                  <a:txBody>
                    <a:bodyPr/>
                    <a:lstStyle/>
                    <a:p>
                      <a:endParaRPr lang="en-MY" dirty="0"/>
                    </a:p>
                  </a:txBody>
                  <a:tcPr/>
                </a:tc>
                <a:tc>
                  <a:txBody>
                    <a:bodyPr/>
                    <a:lstStyle/>
                    <a:p>
                      <a:pPr algn="ctr"/>
                      <a:endParaRPr lang="en-MY" sz="1600" dirty="0"/>
                    </a:p>
                  </a:txBody>
                  <a:tcPr/>
                </a:tc>
                <a:tc>
                  <a:txBody>
                    <a:bodyPr/>
                    <a:lstStyle/>
                    <a:p>
                      <a:endParaRPr lang="en-MY"/>
                    </a:p>
                  </a:txBody>
                  <a:tcPr/>
                </a:tc>
                <a:extLst>
                  <a:ext uri="{0D108BD9-81ED-4DB2-BD59-A6C34878D82A}">
                    <a16:rowId xmlns:a16="http://schemas.microsoft.com/office/drawing/2014/main" val="1927669979"/>
                  </a:ext>
                </a:extLst>
              </a:tr>
              <a:tr h="323313">
                <a:tc>
                  <a:txBody>
                    <a:bodyPr/>
                    <a:lstStyle/>
                    <a:p>
                      <a:endParaRPr lang="en-MY" dirty="0"/>
                    </a:p>
                  </a:txBody>
                  <a:tcPr/>
                </a:tc>
                <a:tc>
                  <a:txBody>
                    <a:bodyPr/>
                    <a:lstStyle/>
                    <a:p>
                      <a:endParaRPr lang="en-MY" dirty="0"/>
                    </a:p>
                  </a:txBody>
                  <a:tcPr/>
                </a:tc>
                <a:tc>
                  <a:txBody>
                    <a:bodyPr/>
                    <a:lstStyle/>
                    <a:p>
                      <a:pPr algn="ctr"/>
                      <a:endParaRPr lang="en-MY" sz="1600" dirty="0"/>
                    </a:p>
                  </a:txBody>
                  <a:tcPr/>
                </a:tc>
                <a:tc>
                  <a:txBody>
                    <a:bodyPr/>
                    <a:lstStyle/>
                    <a:p>
                      <a:endParaRPr lang="en-MY" dirty="0"/>
                    </a:p>
                  </a:txBody>
                  <a:tcPr/>
                </a:tc>
                <a:extLst>
                  <a:ext uri="{0D108BD9-81ED-4DB2-BD59-A6C34878D82A}">
                    <a16:rowId xmlns:a16="http://schemas.microsoft.com/office/drawing/2014/main" val="4020378102"/>
                  </a:ext>
                </a:extLst>
              </a:tr>
              <a:tr h="323313">
                <a:tc>
                  <a:txBody>
                    <a:bodyPr/>
                    <a:lstStyle/>
                    <a:p>
                      <a:endParaRPr lang="en-MY" dirty="0"/>
                    </a:p>
                  </a:txBody>
                  <a:tcPr/>
                </a:tc>
                <a:tc>
                  <a:txBody>
                    <a:bodyPr/>
                    <a:lstStyle/>
                    <a:p>
                      <a:endParaRPr lang="en-MY" dirty="0"/>
                    </a:p>
                  </a:txBody>
                  <a:tcPr/>
                </a:tc>
                <a:tc>
                  <a:txBody>
                    <a:bodyPr/>
                    <a:lstStyle/>
                    <a:p>
                      <a:pPr algn="ctr"/>
                      <a:endParaRPr lang="en-MY" sz="1600" dirty="0"/>
                    </a:p>
                  </a:txBody>
                  <a:tcPr/>
                </a:tc>
                <a:tc>
                  <a:txBody>
                    <a:bodyPr/>
                    <a:lstStyle/>
                    <a:p>
                      <a:endParaRPr lang="en-MY" dirty="0"/>
                    </a:p>
                  </a:txBody>
                  <a:tcPr/>
                </a:tc>
                <a:extLst>
                  <a:ext uri="{0D108BD9-81ED-4DB2-BD59-A6C34878D82A}">
                    <a16:rowId xmlns:a16="http://schemas.microsoft.com/office/drawing/2014/main" val="321255469"/>
                  </a:ext>
                </a:extLst>
              </a:tr>
              <a:tr h="323313">
                <a:tc>
                  <a:txBody>
                    <a:bodyPr/>
                    <a:lstStyle/>
                    <a:p>
                      <a:endParaRPr lang="en-MY" dirty="0"/>
                    </a:p>
                  </a:txBody>
                  <a:tcPr/>
                </a:tc>
                <a:tc>
                  <a:txBody>
                    <a:bodyPr/>
                    <a:lstStyle/>
                    <a:p>
                      <a:pPr algn="ctr"/>
                      <a:r>
                        <a:rPr lang="en-US" b="1" dirty="0"/>
                        <a:t>15, 917</a:t>
                      </a:r>
                      <a:endParaRPr lang="en-MY" b="1" dirty="0"/>
                    </a:p>
                  </a:txBody>
                  <a:tcPr/>
                </a:tc>
                <a:tc>
                  <a:txBody>
                    <a:bodyPr/>
                    <a:lstStyle/>
                    <a:p>
                      <a:pPr algn="ctr"/>
                      <a:endParaRPr lang="en-MY" sz="1600"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t>15, 917</a:t>
                      </a:r>
                      <a:endParaRPr lang="en-MY" b="1" dirty="0"/>
                    </a:p>
                  </a:txBody>
                  <a:tcPr/>
                </a:tc>
                <a:extLst>
                  <a:ext uri="{0D108BD9-81ED-4DB2-BD59-A6C34878D82A}">
                    <a16:rowId xmlns:a16="http://schemas.microsoft.com/office/drawing/2014/main" val="3576574656"/>
                  </a:ext>
                </a:extLst>
              </a:tr>
            </a:tbl>
          </a:graphicData>
        </a:graphic>
      </p:graphicFrame>
      <p:sp>
        <p:nvSpPr>
          <p:cNvPr id="44" name="Rectangle: Rounded Corners 8">
            <a:extLst>
              <a:ext uri="{FF2B5EF4-FFF2-40B4-BE49-F238E27FC236}">
                <a16:creationId xmlns:a16="http://schemas.microsoft.com/office/drawing/2014/main" id="{562D2984-2FD7-35D1-B4B0-D68474354478}"/>
              </a:ext>
            </a:extLst>
          </p:cNvPr>
          <p:cNvSpPr/>
          <p:nvPr/>
        </p:nvSpPr>
        <p:spPr>
          <a:xfrm>
            <a:off x="6436719" y="5439098"/>
            <a:ext cx="1757587" cy="453450"/>
          </a:xfrm>
          <a:prstGeom prst="roundRect">
            <a:avLst>
              <a:gd name="adj" fmla="val 50000"/>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Profit - drinks</a:t>
            </a:r>
            <a:endParaRPr lang="ko-KR" altLang="en-US" sz="1800" dirty="0"/>
          </a:p>
        </p:txBody>
      </p:sp>
      <p:sp>
        <p:nvSpPr>
          <p:cNvPr id="45" name="Rectangle: Rounded Corners 9">
            <a:extLst>
              <a:ext uri="{FF2B5EF4-FFF2-40B4-BE49-F238E27FC236}">
                <a16:creationId xmlns:a16="http://schemas.microsoft.com/office/drawing/2014/main" id="{0C00D1B5-DECD-6F34-5082-49AFA1FC6E52}"/>
              </a:ext>
            </a:extLst>
          </p:cNvPr>
          <p:cNvSpPr/>
          <p:nvPr/>
        </p:nvSpPr>
        <p:spPr>
          <a:xfrm>
            <a:off x="2394342" y="4760058"/>
            <a:ext cx="1757587" cy="453450"/>
          </a:xfrm>
          <a:prstGeom prst="roundRect">
            <a:avLst>
              <a:gd name="adj" fmla="val 50000"/>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Maintenance expense</a:t>
            </a:r>
            <a:endParaRPr lang="ko-KR" altLang="en-US" sz="1800" dirty="0"/>
          </a:p>
        </p:txBody>
      </p:sp>
      <p:sp>
        <p:nvSpPr>
          <p:cNvPr id="49" name="Text Placeholder 17">
            <a:extLst>
              <a:ext uri="{FF2B5EF4-FFF2-40B4-BE49-F238E27FC236}">
                <a16:creationId xmlns:a16="http://schemas.microsoft.com/office/drawing/2014/main" id="{21BDA420-7C48-5D49-BA1E-1340358751F6}"/>
              </a:ext>
            </a:extLst>
          </p:cNvPr>
          <p:cNvSpPr txBox="1">
            <a:spLocks/>
          </p:cNvSpPr>
          <p:nvPr/>
        </p:nvSpPr>
        <p:spPr>
          <a:xfrm>
            <a:off x="229042" y="2510706"/>
            <a:ext cx="1370322" cy="221405"/>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endParaRPr lang="en-US" sz="1800" b="1" dirty="0">
              <a:solidFill>
                <a:schemeClr val="bg1"/>
              </a:solidFill>
              <a:cs typeface="Arial" pitchFamily="34" charset="0"/>
            </a:endParaRPr>
          </a:p>
        </p:txBody>
      </p:sp>
      <p:sp>
        <p:nvSpPr>
          <p:cNvPr id="51" name="Rectangle: Rounded Corners 9">
            <a:extLst>
              <a:ext uri="{FF2B5EF4-FFF2-40B4-BE49-F238E27FC236}">
                <a16:creationId xmlns:a16="http://schemas.microsoft.com/office/drawing/2014/main" id="{CB2463A7-4126-7509-2981-A5F364B1C723}"/>
              </a:ext>
            </a:extLst>
          </p:cNvPr>
          <p:cNvSpPr/>
          <p:nvPr/>
        </p:nvSpPr>
        <p:spPr>
          <a:xfrm>
            <a:off x="425517" y="6042849"/>
            <a:ext cx="1757587" cy="453450"/>
          </a:xfrm>
          <a:prstGeom prst="roundRect">
            <a:avLst>
              <a:gd name="adj" fmla="val 50000"/>
            </a:avLst>
          </a:prstGeom>
          <a:solidFill>
            <a:schemeClr val="accent5">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Utility</a:t>
            </a:r>
            <a:endParaRPr lang="ko-KR" altLang="en-US" sz="1800" dirty="0"/>
          </a:p>
        </p:txBody>
      </p:sp>
      <p:sp>
        <p:nvSpPr>
          <p:cNvPr id="56" name="Rectangle: Rounded Corners 8">
            <a:extLst>
              <a:ext uri="{FF2B5EF4-FFF2-40B4-BE49-F238E27FC236}">
                <a16:creationId xmlns:a16="http://schemas.microsoft.com/office/drawing/2014/main" id="{8FAFD8CA-04E2-8B70-2BA8-F086E3C7929B}"/>
              </a:ext>
            </a:extLst>
          </p:cNvPr>
          <p:cNvSpPr/>
          <p:nvPr/>
        </p:nvSpPr>
        <p:spPr>
          <a:xfrm>
            <a:off x="347293" y="4765378"/>
            <a:ext cx="1757587" cy="453450"/>
          </a:xfrm>
          <a:prstGeom prst="roundRect">
            <a:avLst>
              <a:gd name="adj" fmla="val 50000"/>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Club worker salary</a:t>
            </a:r>
            <a:endParaRPr lang="ko-KR" altLang="en-US" sz="1800" dirty="0"/>
          </a:p>
        </p:txBody>
      </p:sp>
      <p:sp>
        <p:nvSpPr>
          <p:cNvPr id="62" name="Rectangle: Rounded Corners 8">
            <a:extLst>
              <a:ext uri="{FF2B5EF4-FFF2-40B4-BE49-F238E27FC236}">
                <a16:creationId xmlns:a16="http://schemas.microsoft.com/office/drawing/2014/main" id="{35208B27-F60F-165A-1300-CBD581060199}"/>
              </a:ext>
            </a:extLst>
          </p:cNvPr>
          <p:cNvSpPr/>
          <p:nvPr/>
        </p:nvSpPr>
        <p:spPr>
          <a:xfrm>
            <a:off x="2411332" y="5409752"/>
            <a:ext cx="1757587" cy="453450"/>
          </a:xfrm>
          <a:prstGeom prst="roundRect">
            <a:avLst>
              <a:gd name="adj" fmla="val 50000"/>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Rental - hall</a:t>
            </a:r>
            <a:endParaRPr lang="ko-KR" altLang="en-US" sz="1800" dirty="0"/>
          </a:p>
        </p:txBody>
      </p:sp>
      <p:sp>
        <p:nvSpPr>
          <p:cNvPr id="69" name="Rectangle: Rounded Corners 9">
            <a:extLst>
              <a:ext uri="{FF2B5EF4-FFF2-40B4-BE49-F238E27FC236}">
                <a16:creationId xmlns:a16="http://schemas.microsoft.com/office/drawing/2014/main" id="{B8A0D86A-DF09-42A2-A99E-9EF50DE3186E}"/>
              </a:ext>
            </a:extLst>
          </p:cNvPr>
          <p:cNvSpPr/>
          <p:nvPr/>
        </p:nvSpPr>
        <p:spPr>
          <a:xfrm>
            <a:off x="6436719" y="4786055"/>
            <a:ext cx="1757587" cy="453450"/>
          </a:xfrm>
          <a:prstGeom prst="roundRect">
            <a:avLst>
              <a:gd name="adj" fmla="val 50000"/>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Lockers rent</a:t>
            </a:r>
            <a:endParaRPr lang="ko-KR" altLang="en-US" sz="1800" dirty="0"/>
          </a:p>
        </p:txBody>
      </p:sp>
      <p:sp>
        <p:nvSpPr>
          <p:cNvPr id="73" name="Text Placeholder 17">
            <a:extLst>
              <a:ext uri="{FF2B5EF4-FFF2-40B4-BE49-F238E27FC236}">
                <a16:creationId xmlns:a16="http://schemas.microsoft.com/office/drawing/2014/main" id="{EB3B9674-8B06-4960-B6ED-5ACA75B6F269}"/>
              </a:ext>
            </a:extLst>
          </p:cNvPr>
          <p:cNvSpPr txBox="1">
            <a:spLocks/>
          </p:cNvSpPr>
          <p:nvPr/>
        </p:nvSpPr>
        <p:spPr>
          <a:xfrm>
            <a:off x="8432617" y="4583677"/>
            <a:ext cx="1370322" cy="221405"/>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endParaRPr lang="en-US" sz="1800" b="1" dirty="0">
              <a:solidFill>
                <a:schemeClr val="bg1"/>
              </a:solidFill>
              <a:cs typeface="Arial" pitchFamily="34" charset="0"/>
            </a:endParaRPr>
          </a:p>
        </p:txBody>
      </p:sp>
      <p:sp>
        <p:nvSpPr>
          <p:cNvPr id="74" name="Rectangle: Rounded Corners 8">
            <a:extLst>
              <a:ext uri="{FF2B5EF4-FFF2-40B4-BE49-F238E27FC236}">
                <a16:creationId xmlns:a16="http://schemas.microsoft.com/office/drawing/2014/main" id="{7973D942-9852-6B11-A684-28D9FE4485AA}"/>
              </a:ext>
            </a:extLst>
          </p:cNvPr>
          <p:cNvSpPr/>
          <p:nvPr/>
        </p:nvSpPr>
        <p:spPr>
          <a:xfrm>
            <a:off x="2375591" y="6057390"/>
            <a:ext cx="1757587" cy="453450"/>
          </a:xfrm>
          <a:prstGeom prst="roundRect">
            <a:avLst>
              <a:gd name="adj" fmla="val 50000"/>
            </a:avLst>
          </a:prstGeom>
          <a:solidFill>
            <a:schemeClr val="accent6">
              <a:lumMod val="90000"/>
              <a:lumOff val="1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Trophies and prizes</a:t>
            </a:r>
            <a:endParaRPr lang="ko-KR" altLang="en-US" sz="1800" dirty="0"/>
          </a:p>
        </p:txBody>
      </p:sp>
      <p:sp>
        <p:nvSpPr>
          <p:cNvPr id="79" name="Text Placeholder 17">
            <a:extLst>
              <a:ext uri="{FF2B5EF4-FFF2-40B4-BE49-F238E27FC236}">
                <a16:creationId xmlns:a16="http://schemas.microsoft.com/office/drawing/2014/main" id="{42F7B15D-4FAA-E193-B1B4-9CDFE7602A4B}"/>
              </a:ext>
            </a:extLst>
          </p:cNvPr>
          <p:cNvSpPr txBox="1">
            <a:spLocks/>
          </p:cNvSpPr>
          <p:nvPr/>
        </p:nvSpPr>
        <p:spPr>
          <a:xfrm>
            <a:off x="2154042" y="4365688"/>
            <a:ext cx="1370322" cy="221405"/>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endParaRPr lang="en-US" sz="1800" b="1" dirty="0">
              <a:solidFill>
                <a:schemeClr val="bg1"/>
              </a:solidFill>
              <a:cs typeface="Arial" pitchFamily="34" charset="0"/>
            </a:endParaRPr>
          </a:p>
        </p:txBody>
      </p:sp>
      <p:sp>
        <p:nvSpPr>
          <p:cNvPr id="85" name="Rectangle: Rounded Corners 8">
            <a:extLst>
              <a:ext uri="{FF2B5EF4-FFF2-40B4-BE49-F238E27FC236}">
                <a16:creationId xmlns:a16="http://schemas.microsoft.com/office/drawing/2014/main" id="{1EAE1F23-69F5-AE3D-CD22-BCE46EA4DFAF}"/>
              </a:ext>
            </a:extLst>
          </p:cNvPr>
          <p:cNvSpPr/>
          <p:nvPr/>
        </p:nvSpPr>
        <p:spPr>
          <a:xfrm>
            <a:off x="4441391" y="4802144"/>
            <a:ext cx="1757587" cy="453450"/>
          </a:xfrm>
          <a:prstGeom prst="roundRect">
            <a:avLst>
              <a:gd name="adj" fmla="val 50000"/>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Surplus</a:t>
            </a:r>
            <a:endParaRPr lang="ko-KR" altLang="en-US" sz="1800" dirty="0"/>
          </a:p>
        </p:txBody>
      </p:sp>
      <p:sp>
        <p:nvSpPr>
          <p:cNvPr id="87" name="Rectangle: Rounded Corners 8">
            <a:extLst>
              <a:ext uri="{FF2B5EF4-FFF2-40B4-BE49-F238E27FC236}">
                <a16:creationId xmlns:a16="http://schemas.microsoft.com/office/drawing/2014/main" id="{21F3C996-0FC4-1B6B-0ED3-FA0B41B3B143}"/>
              </a:ext>
            </a:extLst>
          </p:cNvPr>
          <p:cNvSpPr/>
          <p:nvPr/>
        </p:nvSpPr>
        <p:spPr>
          <a:xfrm>
            <a:off x="4461664" y="6044302"/>
            <a:ext cx="1757587" cy="453450"/>
          </a:xfrm>
          <a:prstGeom prst="roundRect">
            <a:avLst>
              <a:gd name="adj" fmla="val 50000"/>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Subscriptions</a:t>
            </a:r>
            <a:endParaRPr lang="ko-KR" altLang="en-US" sz="1400" dirty="0"/>
          </a:p>
        </p:txBody>
      </p:sp>
      <p:sp>
        <p:nvSpPr>
          <p:cNvPr id="88" name="Rectangle: Rounded Corners 8">
            <a:extLst>
              <a:ext uri="{FF2B5EF4-FFF2-40B4-BE49-F238E27FC236}">
                <a16:creationId xmlns:a16="http://schemas.microsoft.com/office/drawing/2014/main" id="{64B776DE-80EA-B375-DF2B-61F8DFC7EEBF}"/>
              </a:ext>
            </a:extLst>
          </p:cNvPr>
          <p:cNvSpPr/>
          <p:nvPr/>
        </p:nvSpPr>
        <p:spPr>
          <a:xfrm>
            <a:off x="6436720" y="6048159"/>
            <a:ext cx="1757587" cy="453450"/>
          </a:xfrm>
          <a:prstGeom prst="roundRect">
            <a:avLst>
              <a:gd name="adj" fmla="val 50000"/>
            </a:avLst>
          </a:prstGeom>
          <a:solidFill>
            <a:schemeClr val="accent6">
              <a:lumMod val="90000"/>
              <a:lumOff val="1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800" dirty="0"/>
              <a:t>1300</a:t>
            </a:r>
            <a:endParaRPr lang="ko-KR" altLang="en-US" sz="1800" dirty="0"/>
          </a:p>
        </p:txBody>
      </p:sp>
      <p:sp>
        <p:nvSpPr>
          <p:cNvPr id="90" name="Rectangle: Rounded Corners 8">
            <a:extLst>
              <a:ext uri="{FF2B5EF4-FFF2-40B4-BE49-F238E27FC236}">
                <a16:creationId xmlns:a16="http://schemas.microsoft.com/office/drawing/2014/main" id="{A0A3D758-6F5E-776F-5B36-3661C3C739CE}"/>
              </a:ext>
            </a:extLst>
          </p:cNvPr>
          <p:cNvSpPr/>
          <p:nvPr/>
        </p:nvSpPr>
        <p:spPr>
          <a:xfrm>
            <a:off x="4461664" y="5435241"/>
            <a:ext cx="1757587" cy="453450"/>
          </a:xfrm>
          <a:prstGeom prst="roundRect">
            <a:avLst>
              <a:gd name="adj" fmla="val 50000"/>
            </a:avLst>
          </a:prstGeom>
          <a:solidFill>
            <a:schemeClr val="accent6">
              <a:lumMod val="90000"/>
              <a:lumOff val="1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Tournament fees</a:t>
            </a:r>
            <a:endParaRPr lang="ko-KR" altLang="en-US" sz="1800" dirty="0"/>
          </a:p>
        </p:txBody>
      </p:sp>
      <p:sp>
        <p:nvSpPr>
          <p:cNvPr id="91" name="Text Placeholder 17">
            <a:extLst>
              <a:ext uri="{FF2B5EF4-FFF2-40B4-BE49-F238E27FC236}">
                <a16:creationId xmlns:a16="http://schemas.microsoft.com/office/drawing/2014/main" id="{BA5560BD-79BB-15C5-234C-5E938BCDE11E}"/>
              </a:ext>
            </a:extLst>
          </p:cNvPr>
          <p:cNvSpPr txBox="1">
            <a:spLocks/>
          </p:cNvSpPr>
          <p:nvPr/>
        </p:nvSpPr>
        <p:spPr>
          <a:xfrm>
            <a:off x="2183103" y="5217693"/>
            <a:ext cx="1370322" cy="221405"/>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endParaRPr lang="en-US" sz="1800" b="1" dirty="0">
              <a:solidFill>
                <a:schemeClr val="bg1"/>
              </a:solidFill>
              <a:cs typeface="Arial" pitchFamily="34" charset="0"/>
            </a:endParaRPr>
          </a:p>
        </p:txBody>
      </p:sp>
      <p:sp>
        <p:nvSpPr>
          <p:cNvPr id="7" name="Text Placeholder 6">
            <a:extLst>
              <a:ext uri="{FF2B5EF4-FFF2-40B4-BE49-F238E27FC236}">
                <a16:creationId xmlns:a16="http://schemas.microsoft.com/office/drawing/2014/main" id="{7E1EE6A1-099B-5459-9AD4-F032A4F72E27}"/>
              </a:ext>
            </a:extLst>
          </p:cNvPr>
          <p:cNvSpPr>
            <a:spLocks noGrp="1"/>
          </p:cNvSpPr>
          <p:nvPr>
            <p:ph type="body" sz="quarter" idx="10"/>
          </p:nvPr>
        </p:nvSpPr>
        <p:spPr>
          <a:xfrm>
            <a:off x="374748" y="220635"/>
            <a:ext cx="11573197" cy="724247"/>
          </a:xfrm>
        </p:spPr>
        <p:txBody>
          <a:bodyPr/>
          <a:lstStyle/>
          <a:p>
            <a:r>
              <a:rPr lang="en-US" dirty="0"/>
              <a:t>Game</a:t>
            </a:r>
            <a:endParaRPr lang="en-MY" dirty="0"/>
          </a:p>
        </p:txBody>
      </p:sp>
      <p:sp>
        <p:nvSpPr>
          <p:cNvPr id="8" name="TextBox 7">
            <a:extLst>
              <a:ext uri="{FF2B5EF4-FFF2-40B4-BE49-F238E27FC236}">
                <a16:creationId xmlns:a16="http://schemas.microsoft.com/office/drawing/2014/main" id="{0E3D5804-1FEB-8F81-AF4E-66B96430CE06}"/>
              </a:ext>
            </a:extLst>
          </p:cNvPr>
          <p:cNvSpPr txBox="1"/>
          <p:nvPr/>
        </p:nvSpPr>
        <p:spPr>
          <a:xfrm>
            <a:off x="4365593" y="897524"/>
            <a:ext cx="3564466" cy="369332"/>
          </a:xfrm>
          <a:prstGeom prst="rect">
            <a:avLst/>
          </a:prstGeom>
          <a:noFill/>
        </p:spPr>
        <p:txBody>
          <a:bodyPr wrap="square" rtlCol="0">
            <a:spAutoFit/>
          </a:bodyPr>
          <a:lstStyle/>
          <a:p>
            <a:pPr algn="ctr"/>
            <a:r>
              <a:rPr lang="en-US" dirty="0"/>
              <a:t>Mix and Match</a:t>
            </a:r>
            <a:endParaRPr lang="en-MY" dirty="0"/>
          </a:p>
        </p:txBody>
      </p:sp>
      <p:sp>
        <p:nvSpPr>
          <p:cNvPr id="6" name="Rectangle: Rounded Corners 8">
            <a:extLst>
              <a:ext uri="{FF2B5EF4-FFF2-40B4-BE49-F238E27FC236}">
                <a16:creationId xmlns:a16="http://schemas.microsoft.com/office/drawing/2014/main" id="{6C8734D7-180A-AE19-5C81-D53CBEDDB413}"/>
              </a:ext>
            </a:extLst>
          </p:cNvPr>
          <p:cNvSpPr/>
          <p:nvPr/>
        </p:nvSpPr>
        <p:spPr>
          <a:xfrm>
            <a:off x="8356520" y="4811375"/>
            <a:ext cx="1757587" cy="453450"/>
          </a:xfrm>
          <a:prstGeom prst="roundRect">
            <a:avLst>
              <a:gd name="adj" fmla="val 50000"/>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380</a:t>
            </a:r>
            <a:endParaRPr lang="ko-KR" altLang="en-US" sz="1800" dirty="0"/>
          </a:p>
        </p:txBody>
      </p:sp>
      <p:sp>
        <p:nvSpPr>
          <p:cNvPr id="9" name="Rectangle: Rounded Corners 8">
            <a:extLst>
              <a:ext uri="{FF2B5EF4-FFF2-40B4-BE49-F238E27FC236}">
                <a16:creationId xmlns:a16="http://schemas.microsoft.com/office/drawing/2014/main" id="{DC964B64-15B0-9AD0-E099-EC3491399896}"/>
              </a:ext>
            </a:extLst>
          </p:cNvPr>
          <p:cNvSpPr/>
          <p:nvPr/>
        </p:nvSpPr>
        <p:spPr>
          <a:xfrm>
            <a:off x="8376793" y="5863202"/>
            <a:ext cx="1757587" cy="453450"/>
          </a:xfrm>
          <a:prstGeom prst="roundRect">
            <a:avLst>
              <a:gd name="adj" fmla="val 50000"/>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2000</a:t>
            </a:r>
            <a:endParaRPr lang="ko-KR" altLang="en-US" sz="1400" dirty="0"/>
          </a:p>
        </p:txBody>
      </p:sp>
      <p:sp>
        <p:nvSpPr>
          <p:cNvPr id="11" name="Rectangle: Rounded Corners 8">
            <a:extLst>
              <a:ext uri="{FF2B5EF4-FFF2-40B4-BE49-F238E27FC236}">
                <a16:creationId xmlns:a16="http://schemas.microsoft.com/office/drawing/2014/main" id="{DCA4FEB3-0FD6-29D2-7BB2-04D576C4EEA9}"/>
              </a:ext>
            </a:extLst>
          </p:cNvPr>
          <p:cNvSpPr/>
          <p:nvPr/>
        </p:nvSpPr>
        <p:spPr>
          <a:xfrm>
            <a:off x="8376793" y="5328395"/>
            <a:ext cx="1757587" cy="453450"/>
          </a:xfrm>
          <a:prstGeom prst="roundRect">
            <a:avLst>
              <a:gd name="adj" fmla="val 50000"/>
            </a:avLst>
          </a:prstGeom>
          <a:solidFill>
            <a:schemeClr val="accent6">
              <a:lumMod val="90000"/>
              <a:lumOff val="1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800" dirty="0"/>
              <a:t>1460</a:t>
            </a:r>
            <a:endParaRPr lang="ko-KR" altLang="en-US" sz="1800" dirty="0"/>
          </a:p>
        </p:txBody>
      </p:sp>
      <p:sp>
        <p:nvSpPr>
          <p:cNvPr id="12" name="Rectangle: Rounded Corners 8">
            <a:extLst>
              <a:ext uri="{FF2B5EF4-FFF2-40B4-BE49-F238E27FC236}">
                <a16:creationId xmlns:a16="http://schemas.microsoft.com/office/drawing/2014/main" id="{2BCCC5E8-737B-793C-3090-30D4DB243B19}"/>
              </a:ext>
            </a:extLst>
          </p:cNvPr>
          <p:cNvSpPr/>
          <p:nvPr/>
        </p:nvSpPr>
        <p:spPr>
          <a:xfrm>
            <a:off x="398773" y="5359745"/>
            <a:ext cx="1757587" cy="453450"/>
          </a:xfrm>
          <a:prstGeom prst="roundRect">
            <a:avLst>
              <a:gd name="adj" fmla="val 50000"/>
            </a:avLst>
          </a:prstGeom>
          <a:solidFill>
            <a:schemeClr val="accent6">
              <a:lumMod val="90000"/>
              <a:lumOff val="1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800" dirty="0"/>
              <a:t>860</a:t>
            </a:r>
            <a:endParaRPr lang="ko-KR" altLang="en-US" sz="1800" dirty="0"/>
          </a:p>
        </p:txBody>
      </p:sp>
      <p:sp>
        <p:nvSpPr>
          <p:cNvPr id="13" name="Rectangle: Rounded Corners 12">
            <a:extLst>
              <a:ext uri="{FF2B5EF4-FFF2-40B4-BE49-F238E27FC236}">
                <a16:creationId xmlns:a16="http://schemas.microsoft.com/office/drawing/2014/main" id="{AF1C4500-F051-35CB-0A86-72034DA13586}"/>
              </a:ext>
            </a:extLst>
          </p:cNvPr>
          <p:cNvSpPr/>
          <p:nvPr/>
        </p:nvSpPr>
        <p:spPr>
          <a:xfrm>
            <a:off x="10276320" y="5793050"/>
            <a:ext cx="1757587" cy="453450"/>
          </a:xfrm>
          <a:prstGeom prst="roundRect">
            <a:avLst>
              <a:gd name="adj" fmla="val 50000"/>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690</a:t>
            </a:r>
            <a:endParaRPr lang="ko-KR" altLang="en-US" sz="1400" dirty="0"/>
          </a:p>
        </p:txBody>
      </p:sp>
      <p:sp>
        <p:nvSpPr>
          <p:cNvPr id="14" name="Rectangle: Rounded Corners 8">
            <a:extLst>
              <a:ext uri="{FF2B5EF4-FFF2-40B4-BE49-F238E27FC236}">
                <a16:creationId xmlns:a16="http://schemas.microsoft.com/office/drawing/2014/main" id="{C0461432-39A2-45D8-9CA8-CB32AECDEB02}"/>
              </a:ext>
            </a:extLst>
          </p:cNvPr>
          <p:cNvSpPr/>
          <p:nvPr/>
        </p:nvSpPr>
        <p:spPr>
          <a:xfrm>
            <a:off x="10276321" y="4802144"/>
            <a:ext cx="1757587" cy="453450"/>
          </a:xfrm>
          <a:prstGeom prst="roundRect">
            <a:avLst>
              <a:gd name="adj" fmla="val 50000"/>
            </a:avLst>
          </a:prstGeom>
          <a:solidFill>
            <a:schemeClr val="accent6">
              <a:lumMod val="90000"/>
              <a:lumOff val="1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800" dirty="0"/>
              <a:t>9917</a:t>
            </a:r>
            <a:endParaRPr lang="ko-KR" altLang="en-US" sz="1800" dirty="0"/>
          </a:p>
        </p:txBody>
      </p:sp>
      <p:sp>
        <p:nvSpPr>
          <p:cNvPr id="15" name="Rectangle: Rounded Corners 8">
            <a:extLst>
              <a:ext uri="{FF2B5EF4-FFF2-40B4-BE49-F238E27FC236}">
                <a16:creationId xmlns:a16="http://schemas.microsoft.com/office/drawing/2014/main" id="{24B63E31-76D4-E38E-E872-72232D46A6C7}"/>
              </a:ext>
            </a:extLst>
          </p:cNvPr>
          <p:cNvSpPr/>
          <p:nvPr/>
        </p:nvSpPr>
        <p:spPr>
          <a:xfrm>
            <a:off x="10276321" y="5287878"/>
            <a:ext cx="1757587" cy="453450"/>
          </a:xfrm>
          <a:prstGeom prst="roundRect">
            <a:avLst>
              <a:gd name="adj" fmla="val 50000"/>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12120</a:t>
            </a:r>
            <a:endParaRPr lang="ko-KR" altLang="en-US" sz="1800" dirty="0"/>
          </a:p>
        </p:txBody>
      </p:sp>
      <p:sp>
        <p:nvSpPr>
          <p:cNvPr id="16" name="Rectangle: Rounded Corners 8">
            <a:extLst>
              <a:ext uri="{FF2B5EF4-FFF2-40B4-BE49-F238E27FC236}">
                <a16:creationId xmlns:a16="http://schemas.microsoft.com/office/drawing/2014/main" id="{9E176D82-6178-825B-8DCC-42BEEFCB09D9}"/>
              </a:ext>
            </a:extLst>
          </p:cNvPr>
          <p:cNvSpPr/>
          <p:nvPr/>
        </p:nvSpPr>
        <p:spPr>
          <a:xfrm>
            <a:off x="10276320" y="6339136"/>
            <a:ext cx="1757587" cy="453450"/>
          </a:xfrm>
          <a:prstGeom prst="roundRect">
            <a:avLst>
              <a:gd name="adj" fmla="val 50000"/>
            </a:avLst>
          </a:prstGeom>
          <a:solidFill>
            <a:schemeClr val="accent6">
              <a:lumMod val="90000"/>
              <a:lumOff val="1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800" dirty="0"/>
              <a:t>1145</a:t>
            </a:r>
            <a:endParaRPr lang="ko-KR" altLang="en-US" sz="1800" dirty="0"/>
          </a:p>
        </p:txBody>
      </p:sp>
      <p:sp>
        <p:nvSpPr>
          <p:cNvPr id="17" name="Rectangle: Rounded Corners 8">
            <a:extLst>
              <a:ext uri="{FF2B5EF4-FFF2-40B4-BE49-F238E27FC236}">
                <a16:creationId xmlns:a16="http://schemas.microsoft.com/office/drawing/2014/main" id="{9175E7A3-598B-1A1B-2CCB-722B32D94FED}"/>
              </a:ext>
            </a:extLst>
          </p:cNvPr>
          <p:cNvSpPr/>
          <p:nvPr/>
        </p:nvSpPr>
        <p:spPr>
          <a:xfrm>
            <a:off x="8411776" y="6342542"/>
            <a:ext cx="1757587" cy="453450"/>
          </a:xfrm>
          <a:prstGeom prst="roundRect">
            <a:avLst>
              <a:gd name="adj" fmla="val 50000"/>
            </a:avLst>
          </a:prstGeom>
          <a:solidFill>
            <a:schemeClr val="accent6">
              <a:lumMod val="90000"/>
              <a:lumOff val="1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800" dirty="0"/>
              <a:t>1962</a:t>
            </a:r>
            <a:endParaRPr lang="ko-KR" altLang="en-US" sz="1800" dirty="0"/>
          </a:p>
        </p:txBody>
      </p:sp>
    </p:spTree>
    <p:extLst>
      <p:ext uri="{BB962C8B-B14F-4D97-AF65-F5344CB8AC3E}">
        <p14:creationId xmlns:p14="http://schemas.microsoft.com/office/powerpoint/2010/main" val="18273798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10D6A4-F360-D1B4-1039-7C2425884A38}"/>
            </a:ext>
          </a:extLst>
        </p:cNvPr>
        <p:cNvGrpSpPr/>
        <p:nvPr/>
      </p:nvGrpSpPr>
      <p:grpSpPr>
        <a:xfrm>
          <a:off x="0" y="0"/>
          <a:ext cx="0" cy="0"/>
          <a:chOff x="0" y="0"/>
          <a:chExt cx="0" cy="0"/>
        </a:xfrm>
      </p:grpSpPr>
      <p:sp>
        <p:nvSpPr>
          <p:cNvPr id="40" name="Text Placeholder 17">
            <a:extLst>
              <a:ext uri="{FF2B5EF4-FFF2-40B4-BE49-F238E27FC236}">
                <a16:creationId xmlns:a16="http://schemas.microsoft.com/office/drawing/2014/main" id="{48FA3693-9814-CA9F-308C-2A30FA42F508}"/>
              </a:ext>
            </a:extLst>
          </p:cNvPr>
          <p:cNvSpPr txBox="1">
            <a:spLocks/>
          </p:cNvSpPr>
          <p:nvPr/>
        </p:nvSpPr>
        <p:spPr>
          <a:xfrm>
            <a:off x="244055" y="189360"/>
            <a:ext cx="1370322" cy="221405"/>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endParaRPr lang="en-US" sz="1800" b="1" dirty="0">
              <a:solidFill>
                <a:schemeClr val="bg1"/>
              </a:solidFill>
              <a:cs typeface="Arial" pitchFamily="34" charset="0"/>
            </a:endParaRPr>
          </a:p>
        </p:txBody>
      </p:sp>
      <p:graphicFrame>
        <p:nvGraphicFramePr>
          <p:cNvPr id="43" name="Table 42">
            <a:extLst>
              <a:ext uri="{FF2B5EF4-FFF2-40B4-BE49-F238E27FC236}">
                <a16:creationId xmlns:a16="http://schemas.microsoft.com/office/drawing/2014/main" id="{3721CD0B-BD33-472C-BA33-3E61D2747649}"/>
              </a:ext>
            </a:extLst>
          </p:cNvPr>
          <p:cNvGraphicFramePr>
            <a:graphicFrameLocks noGrp="1"/>
          </p:cNvGraphicFramePr>
          <p:nvPr>
            <p:extLst>
              <p:ext uri="{D42A27DB-BD31-4B8C-83A1-F6EECF244321}">
                <p14:modId xmlns:p14="http://schemas.microsoft.com/office/powerpoint/2010/main" val="3949038791"/>
              </p:ext>
            </p:extLst>
          </p:nvPr>
        </p:nvGraphicFramePr>
        <p:xfrm>
          <a:off x="901337" y="6480"/>
          <a:ext cx="10626030" cy="6891758"/>
        </p:xfrm>
        <a:graphic>
          <a:graphicData uri="http://schemas.openxmlformats.org/drawingml/2006/table">
            <a:tbl>
              <a:tblPr firstRow="1" bandRow="1">
                <a:tableStyleId>{E8B1032C-EA38-4F05-BA0D-38AFFFC7BED3}</a:tableStyleId>
              </a:tblPr>
              <a:tblGrid>
                <a:gridCol w="3513208">
                  <a:extLst>
                    <a:ext uri="{9D8B030D-6E8A-4147-A177-3AD203B41FA5}">
                      <a16:colId xmlns:a16="http://schemas.microsoft.com/office/drawing/2014/main" val="3050901769"/>
                    </a:ext>
                  </a:extLst>
                </a:gridCol>
                <a:gridCol w="4270230">
                  <a:extLst>
                    <a:ext uri="{9D8B030D-6E8A-4147-A177-3AD203B41FA5}">
                      <a16:colId xmlns:a16="http://schemas.microsoft.com/office/drawing/2014/main" val="3197680385"/>
                    </a:ext>
                  </a:extLst>
                </a:gridCol>
                <a:gridCol w="2842592">
                  <a:extLst>
                    <a:ext uri="{9D8B030D-6E8A-4147-A177-3AD203B41FA5}">
                      <a16:colId xmlns:a16="http://schemas.microsoft.com/office/drawing/2014/main" val="1699177456"/>
                    </a:ext>
                  </a:extLst>
                </a:gridCol>
              </a:tblGrid>
              <a:tr h="636113">
                <a:tc gridSpan="3">
                  <a:txBody>
                    <a:bodyPr/>
                    <a:lstStyle/>
                    <a:p>
                      <a:pPr algn="ctr"/>
                      <a:r>
                        <a:rPr lang="en-US" sz="1800" b="1" kern="1200" dirty="0">
                          <a:solidFill>
                            <a:schemeClr val="tx1"/>
                          </a:solidFill>
                          <a:effectLst/>
                        </a:rPr>
                        <a:t>Chess Club </a:t>
                      </a:r>
                    </a:p>
                    <a:p>
                      <a:pPr algn="ctr"/>
                      <a:r>
                        <a:rPr lang="en-US" sz="1800" b="1" kern="1200" dirty="0">
                          <a:solidFill>
                            <a:schemeClr val="tx1"/>
                          </a:solidFill>
                          <a:effectLst/>
                        </a:rPr>
                        <a:t>Statement of Financial Position as at 31 August 2024</a:t>
                      </a:r>
                      <a:endParaRPr lang="en-MY" dirty="0">
                        <a:solidFill>
                          <a:schemeClr val="tx1"/>
                        </a:solidFill>
                      </a:endParaRPr>
                    </a:p>
                  </a:txBody>
                  <a:tcPr>
                    <a:solidFill>
                      <a:schemeClr val="accent5">
                        <a:lumMod val="60000"/>
                        <a:lumOff val="40000"/>
                      </a:schemeClr>
                    </a:solidFill>
                  </a:tcPr>
                </a:tc>
                <a:tc hMerge="1">
                  <a:txBody>
                    <a:bodyPr/>
                    <a:lstStyle/>
                    <a:p>
                      <a:endParaRPr lang="en-MY"/>
                    </a:p>
                  </a:txBody>
                  <a:tcPr/>
                </a:tc>
                <a:tc hMerge="1">
                  <a:txBody>
                    <a:bodyPr/>
                    <a:lstStyle/>
                    <a:p>
                      <a:endParaRPr lang="en-MY"/>
                    </a:p>
                  </a:txBody>
                  <a:tcPr/>
                </a:tc>
                <a:extLst>
                  <a:ext uri="{0D108BD9-81ED-4DB2-BD59-A6C34878D82A}">
                    <a16:rowId xmlns:a16="http://schemas.microsoft.com/office/drawing/2014/main" val="1948779650"/>
                  </a:ext>
                </a:extLst>
              </a:tr>
              <a:tr h="399518">
                <a:tc>
                  <a:txBody>
                    <a:bodyPr/>
                    <a:lstStyle/>
                    <a:p>
                      <a:r>
                        <a:rPr lang="en-US" b="1" dirty="0"/>
                        <a:t>Non-current Assets</a:t>
                      </a:r>
                      <a:endParaRPr lang="en-MY" b="1" dirty="0"/>
                    </a:p>
                  </a:txBody>
                  <a:tcPr/>
                </a:tc>
                <a:tc>
                  <a:txBody>
                    <a:bodyPr/>
                    <a:lstStyle/>
                    <a:p>
                      <a:endParaRPr lang="en-MY" dirty="0"/>
                    </a:p>
                  </a:txBody>
                  <a:tcPr/>
                </a:tc>
                <a:tc>
                  <a:txBody>
                    <a:bodyPr/>
                    <a:lstStyle/>
                    <a:p>
                      <a:endParaRPr lang="en-MY" dirty="0"/>
                    </a:p>
                  </a:txBody>
                  <a:tcPr/>
                </a:tc>
                <a:extLst>
                  <a:ext uri="{0D108BD9-81ED-4DB2-BD59-A6C34878D82A}">
                    <a16:rowId xmlns:a16="http://schemas.microsoft.com/office/drawing/2014/main" val="881203602"/>
                  </a:ext>
                </a:extLst>
              </a:tr>
              <a:tr h="363493">
                <a:tc>
                  <a:txBody>
                    <a:bodyPr/>
                    <a:lstStyle/>
                    <a:p>
                      <a:endParaRPr lang="en-MY" dirty="0"/>
                    </a:p>
                  </a:txBody>
                  <a:tcPr/>
                </a:tc>
                <a:tc>
                  <a:txBody>
                    <a:bodyPr/>
                    <a:lstStyle/>
                    <a:p>
                      <a:endParaRPr lang="en-MY" dirty="0"/>
                    </a:p>
                  </a:txBody>
                  <a:tcPr/>
                </a:tc>
                <a:tc>
                  <a:txBody>
                    <a:bodyPr/>
                    <a:lstStyle/>
                    <a:p>
                      <a:endParaRPr lang="en-MY"/>
                    </a:p>
                  </a:txBody>
                  <a:tcPr/>
                </a:tc>
                <a:extLst>
                  <a:ext uri="{0D108BD9-81ED-4DB2-BD59-A6C34878D82A}">
                    <a16:rowId xmlns:a16="http://schemas.microsoft.com/office/drawing/2014/main" val="720230209"/>
                  </a:ext>
                </a:extLst>
              </a:tr>
              <a:tr h="363493">
                <a:tc>
                  <a:txBody>
                    <a:bodyPr/>
                    <a:lstStyle/>
                    <a:p>
                      <a:r>
                        <a:rPr lang="en-US" b="1" dirty="0"/>
                        <a:t>Current Assets</a:t>
                      </a:r>
                      <a:endParaRPr lang="en-MY" b="1" dirty="0"/>
                    </a:p>
                  </a:txBody>
                  <a:tcPr/>
                </a:tc>
                <a:tc>
                  <a:txBody>
                    <a:bodyPr/>
                    <a:lstStyle/>
                    <a:p>
                      <a:endParaRPr lang="en-MY" dirty="0"/>
                    </a:p>
                  </a:txBody>
                  <a:tcPr/>
                </a:tc>
                <a:tc>
                  <a:txBody>
                    <a:bodyPr/>
                    <a:lstStyle/>
                    <a:p>
                      <a:endParaRPr lang="en-MY"/>
                    </a:p>
                  </a:txBody>
                  <a:tcPr/>
                </a:tc>
                <a:extLst>
                  <a:ext uri="{0D108BD9-81ED-4DB2-BD59-A6C34878D82A}">
                    <a16:rowId xmlns:a16="http://schemas.microsoft.com/office/drawing/2014/main" val="1802148735"/>
                  </a:ext>
                </a:extLst>
              </a:tr>
              <a:tr h="363493">
                <a:tc>
                  <a:txBody>
                    <a:bodyPr/>
                    <a:lstStyle/>
                    <a:p>
                      <a:endParaRPr lang="en-MY" dirty="0"/>
                    </a:p>
                  </a:txBody>
                  <a:tcPr/>
                </a:tc>
                <a:tc>
                  <a:txBody>
                    <a:bodyPr/>
                    <a:lstStyle/>
                    <a:p>
                      <a:endParaRPr lang="en-MY" dirty="0"/>
                    </a:p>
                  </a:txBody>
                  <a:tcPr/>
                </a:tc>
                <a:tc>
                  <a:txBody>
                    <a:bodyPr/>
                    <a:lstStyle/>
                    <a:p>
                      <a:endParaRPr lang="en-MY"/>
                    </a:p>
                  </a:txBody>
                  <a:tcPr/>
                </a:tc>
                <a:extLst>
                  <a:ext uri="{0D108BD9-81ED-4DB2-BD59-A6C34878D82A}">
                    <a16:rowId xmlns:a16="http://schemas.microsoft.com/office/drawing/2014/main" val="1927669979"/>
                  </a:ext>
                </a:extLst>
              </a:tr>
              <a:tr h="363493">
                <a:tc>
                  <a:txBody>
                    <a:bodyPr/>
                    <a:lstStyle/>
                    <a:p>
                      <a:endParaRPr lang="en-MY" dirty="0"/>
                    </a:p>
                  </a:txBody>
                  <a:tcPr/>
                </a:tc>
                <a:tc>
                  <a:txBody>
                    <a:bodyPr/>
                    <a:lstStyle/>
                    <a:p>
                      <a:endParaRPr lang="en-MY" dirty="0"/>
                    </a:p>
                  </a:txBody>
                  <a:tcPr/>
                </a:tc>
                <a:tc>
                  <a:txBody>
                    <a:bodyPr/>
                    <a:lstStyle/>
                    <a:p>
                      <a:endParaRPr lang="en-MY" dirty="0"/>
                    </a:p>
                  </a:txBody>
                  <a:tcPr/>
                </a:tc>
                <a:extLst>
                  <a:ext uri="{0D108BD9-81ED-4DB2-BD59-A6C34878D82A}">
                    <a16:rowId xmlns:a16="http://schemas.microsoft.com/office/drawing/2014/main" val="4020378102"/>
                  </a:ext>
                </a:extLst>
              </a:tr>
              <a:tr h="363493">
                <a:tc>
                  <a:txBody>
                    <a:bodyPr/>
                    <a:lstStyle/>
                    <a:p>
                      <a:endParaRPr lang="en-MY" dirty="0"/>
                    </a:p>
                  </a:txBody>
                  <a:tcPr/>
                </a:tc>
                <a:tc>
                  <a:txBody>
                    <a:bodyPr/>
                    <a:lstStyle/>
                    <a:p>
                      <a:endParaRPr lang="en-MY" dirty="0"/>
                    </a:p>
                  </a:txBody>
                  <a:tcPr/>
                </a:tc>
                <a:tc>
                  <a:txBody>
                    <a:bodyPr/>
                    <a:lstStyle/>
                    <a:p>
                      <a:endParaRPr lang="en-MY" dirty="0"/>
                    </a:p>
                  </a:txBody>
                  <a:tcPr/>
                </a:tc>
                <a:extLst>
                  <a:ext uri="{0D108BD9-81ED-4DB2-BD59-A6C34878D82A}">
                    <a16:rowId xmlns:a16="http://schemas.microsoft.com/office/drawing/2014/main" val="321255469"/>
                  </a:ext>
                </a:extLst>
              </a:tr>
              <a:tr h="363493">
                <a:tc>
                  <a:txBody>
                    <a:bodyPr/>
                    <a:lstStyle/>
                    <a:p>
                      <a:endParaRPr lang="en-MY" dirty="0"/>
                    </a:p>
                  </a:txBody>
                  <a:tcPr/>
                </a:tc>
                <a:tc>
                  <a:txBody>
                    <a:bodyPr/>
                    <a:lstStyle/>
                    <a:p>
                      <a:pPr algn="ctr"/>
                      <a:endParaRPr lang="en-MY"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MY" b="1" dirty="0"/>
                    </a:p>
                  </a:txBody>
                  <a:tcPr/>
                </a:tc>
                <a:extLst>
                  <a:ext uri="{0D108BD9-81ED-4DB2-BD59-A6C34878D82A}">
                    <a16:rowId xmlns:a16="http://schemas.microsoft.com/office/drawing/2014/main" val="3576574656"/>
                  </a:ext>
                </a:extLst>
              </a:tr>
              <a:tr h="363493">
                <a:tc>
                  <a:txBody>
                    <a:bodyPr/>
                    <a:lstStyle/>
                    <a:p>
                      <a:endParaRPr lang="en-MY" dirty="0"/>
                    </a:p>
                  </a:txBody>
                  <a:tcPr/>
                </a:tc>
                <a:tc>
                  <a:txBody>
                    <a:bodyPr/>
                    <a:lstStyle/>
                    <a:p>
                      <a:pPr algn="ctr"/>
                      <a:r>
                        <a:rPr lang="en-US" b="1" dirty="0"/>
                        <a:t>13,277</a:t>
                      </a:r>
                      <a:endParaRPr lang="en-MY"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t>13,277</a:t>
                      </a:r>
                      <a:endParaRPr lang="en-MY" b="1" dirty="0"/>
                    </a:p>
                  </a:txBody>
                  <a:tcPr/>
                </a:tc>
                <a:extLst>
                  <a:ext uri="{0D108BD9-81ED-4DB2-BD59-A6C34878D82A}">
                    <a16:rowId xmlns:a16="http://schemas.microsoft.com/office/drawing/2014/main" val="2150912893"/>
                  </a:ext>
                </a:extLst>
              </a:tr>
              <a:tr h="363493">
                <a:tc>
                  <a:txBody>
                    <a:bodyPr/>
                    <a:lstStyle/>
                    <a:p>
                      <a:endParaRPr lang="en-MY" dirty="0"/>
                    </a:p>
                  </a:txBody>
                  <a:tcPr/>
                </a:tc>
                <a:tc>
                  <a:txBody>
                    <a:bodyPr/>
                    <a:lstStyle/>
                    <a:p>
                      <a:pPr algn="ctr"/>
                      <a:endParaRPr lang="en-MY"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t>47,777</a:t>
                      </a:r>
                      <a:endParaRPr lang="en-MY" b="1" dirty="0"/>
                    </a:p>
                  </a:txBody>
                  <a:tcPr/>
                </a:tc>
                <a:extLst>
                  <a:ext uri="{0D108BD9-81ED-4DB2-BD59-A6C34878D82A}">
                    <a16:rowId xmlns:a16="http://schemas.microsoft.com/office/drawing/2014/main" val="1127033387"/>
                  </a:ext>
                </a:extLst>
              </a:tr>
              <a:tr h="363493">
                <a:tc>
                  <a:txBody>
                    <a:bodyPr/>
                    <a:lstStyle/>
                    <a:p>
                      <a:r>
                        <a:rPr lang="en-US" b="1" dirty="0"/>
                        <a:t>Owner’s Equity </a:t>
                      </a:r>
                      <a:endParaRPr lang="en-MY" b="1" dirty="0"/>
                    </a:p>
                  </a:txBody>
                  <a:tcPr/>
                </a:tc>
                <a:tc>
                  <a:txBody>
                    <a:bodyPr/>
                    <a:lstStyle/>
                    <a:p>
                      <a:pPr algn="ctr"/>
                      <a:endParaRPr lang="en-MY"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MY" b="1" dirty="0"/>
                    </a:p>
                  </a:txBody>
                  <a:tcPr/>
                </a:tc>
                <a:extLst>
                  <a:ext uri="{0D108BD9-81ED-4DB2-BD59-A6C34878D82A}">
                    <a16:rowId xmlns:a16="http://schemas.microsoft.com/office/drawing/2014/main" val="825530544"/>
                  </a:ext>
                </a:extLst>
              </a:tr>
              <a:tr h="363493">
                <a:tc>
                  <a:txBody>
                    <a:bodyPr/>
                    <a:lstStyle/>
                    <a:p>
                      <a:endParaRPr lang="en-MY" dirty="0"/>
                    </a:p>
                  </a:txBody>
                  <a:tcPr/>
                </a:tc>
                <a:tc>
                  <a:txBody>
                    <a:bodyPr/>
                    <a:lstStyle/>
                    <a:p>
                      <a:pPr algn="ctr"/>
                      <a:endParaRPr lang="en-MY"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MY" b="1" dirty="0"/>
                    </a:p>
                  </a:txBody>
                  <a:tcPr/>
                </a:tc>
                <a:extLst>
                  <a:ext uri="{0D108BD9-81ED-4DB2-BD59-A6C34878D82A}">
                    <a16:rowId xmlns:a16="http://schemas.microsoft.com/office/drawing/2014/main" val="10472859"/>
                  </a:ext>
                </a:extLst>
              </a:tr>
              <a:tr h="363493">
                <a:tc>
                  <a:txBody>
                    <a:bodyPr/>
                    <a:lstStyle/>
                    <a:p>
                      <a:endParaRPr lang="en-MY" dirty="0"/>
                    </a:p>
                  </a:txBody>
                  <a:tcPr/>
                </a:tc>
                <a:tc>
                  <a:txBody>
                    <a:bodyPr/>
                    <a:lstStyle/>
                    <a:p>
                      <a:pPr algn="ctr"/>
                      <a:endParaRPr lang="en-MY"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MY" b="1" dirty="0"/>
                    </a:p>
                  </a:txBody>
                  <a:tcPr/>
                </a:tc>
                <a:extLst>
                  <a:ext uri="{0D108BD9-81ED-4DB2-BD59-A6C34878D82A}">
                    <a16:rowId xmlns:a16="http://schemas.microsoft.com/office/drawing/2014/main" val="241060993"/>
                  </a:ext>
                </a:extLst>
              </a:tr>
              <a:tr h="363493">
                <a:tc>
                  <a:txBody>
                    <a:bodyPr/>
                    <a:lstStyle/>
                    <a:p>
                      <a:endParaRPr lang="en-MY" dirty="0"/>
                    </a:p>
                  </a:txBody>
                  <a:tcPr/>
                </a:tc>
                <a:tc>
                  <a:txBody>
                    <a:bodyPr/>
                    <a:lstStyle/>
                    <a:p>
                      <a:pPr algn="ctr"/>
                      <a:endParaRPr lang="en-MY"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MY" b="1" dirty="0"/>
                    </a:p>
                  </a:txBody>
                  <a:tcPr/>
                </a:tc>
                <a:extLst>
                  <a:ext uri="{0D108BD9-81ED-4DB2-BD59-A6C34878D82A}">
                    <a16:rowId xmlns:a16="http://schemas.microsoft.com/office/drawing/2014/main" val="726257301"/>
                  </a:ext>
                </a:extLst>
              </a:tr>
              <a:tr h="363493">
                <a:tc>
                  <a:txBody>
                    <a:bodyPr/>
                    <a:lstStyle/>
                    <a:p>
                      <a:endParaRPr lang="en-MY" dirty="0"/>
                    </a:p>
                  </a:txBody>
                  <a:tcPr/>
                </a:tc>
                <a:tc>
                  <a:txBody>
                    <a:bodyPr/>
                    <a:lstStyle/>
                    <a:p>
                      <a:pPr algn="ctr"/>
                      <a:endParaRPr lang="en-MY"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MY" b="1" dirty="0"/>
                    </a:p>
                  </a:txBody>
                  <a:tcPr/>
                </a:tc>
                <a:extLst>
                  <a:ext uri="{0D108BD9-81ED-4DB2-BD59-A6C34878D82A}">
                    <a16:rowId xmlns:a16="http://schemas.microsoft.com/office/drawing/2014/main" val="3475028628"/>
                  </a:ext>
                </a:extLst>
              </a:tr>
              <a:tr h="363493">
                <a:tc>
                  <a:txBody>
                    <a:bodyPr/>
                    <a:lstStyle/>
                    <a:p>
                      <a:r>
                        <a:rPr lang="en-US" b="1" dirty="0"/>
                        <a:t>Current Liabilities</a:t>
                      </a:r>
                      <a:endParaRPr lang="en-MY" b="1" dirty="0"/>
                    </a:p>
                  </a:txBody>
                  <a:tcPr/>
                </a:tc>
                <a:tc>
                  <a:txBody>
                    <a:bodyPr/>
                    <a:lstStyle/>
                    <a:p>
                      <a:pPr algn="ctr"/>
                      <a:endParaRPr lang="en-MY"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MY" b="1" dirty="0"/>
                    </a:p>
                  </a:txBody>
                  <a:tcPr/>
                </a:tc>
                <a:extLst>
                  <a:ext uri="{0D108BD9-81ED-4DB2-BD59-A6C34878D82A}">
                    <a16:rowId xmlns:a16="http://schemas.microsoft.com/office/drawing/2014/main" val="3364672847"/>
                  </a:ext>
                </a:extLst>
              </a:tr>
              <a:tr h="363493">
                <a:tc>
                  <a:txBody>
                    <a:bodyPr/>
                    <a:lstStyle/>
                    <a:p>
                      <a:endParaRPr lang="en-MY" dirty="0"/>
                    </a:p>
                  </a:txBody>
                  <a:tcPr/>
                </a:tc>
                <a:tc>
                  <a:txBody>
                    <a:bodyPr/>
                    <a:lstStyle/>
                    <a:p>
                      <a:pPr algn="ctr"/>
                      <a:endParaRPr lang="en-MY"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MY" b="1" dirty="0"/>
                    </a:p>
                  </a:txBody>
                  <a:tcPr/>
                </a:tc>
                <a:extLst>
                  <a:ext uri="{0D108BD9-81ED-4DB2-BD59-A6C34878D82A}">
                    <a16:rowId xmlns:a16="http://schemas.microsoft.com/office/drawing/2014/main" val="428136406"/>
                  </a:ext>
                </a:extLst>
              </a:tr>
              <a:tr h="363493">
                <a:tc>
                  <a:txBody>
                    <a:bodyPr/>
                    <a:lstStyle/>
                    <a:p>
                      <a:endParaRPr lang="en-MY" dirty="0"/>
                    </a:p>
                  </a:txBody>
                  <a:tcPr/>
                </a:tc>
                <a:tc>
                  <a:txBody>
                    <a:bodyPr/>
                    <a:lstStyle/>
                    <a:p>
                      <a:pPr algn="ctr"/>
                      <a:endParaRPr lang="en-MY"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t>47,777</a:t>
                      </a:r>
                      <a:endParaRPr lang="en-MY" b="1" dirty="0"/>
                    </a:p>
                  </a:txBody>
                  <a:tcPr/>
                </a:tc>
                <a:extLst>
                  <a:ext uri="{0D108BD9-81ED-4DB2-BD59-A6C34878D82A}">
                    <a16:rowId xmlns:a16="http://schemas.microsoft.com/office/drawing/2014/main" val="4126627675"/>
                  </a:ext>
                </a:extLst>
              </a:tr>
            </a:tbl>
          </a:graphicData>
        </a:graphic>
      </p:graphicFrame>
      <p:sp>
        <p:nvSpPr>
          <p:cNvPr id="49" name="Text Placeholder 17">
            <a:extLst>
              <a:ext uri="{FF2B5EF4-FFF2-40B4-BE49-F238E27FC236}">
                <a16:creationId xmlns:a16="http://schemas.microsoft.com/office/drawing/2014/main" id="{4B67A7B1-FC63-360B-922E-D5FFB184225D}"/>
              </a:ext>
            </a:extLst>
          </p:cNvPr>
          <p:cNvSpPr txBox="1">
            <a:spLocks/>
          </p:cNvSpPr>
          <p:nvPr/>
        </p:nvSpPr>
        <p:spPr>
          <a:xfrm>
            <a:off x="229042" y="2510706"/>
            <a:ext cx="1370322" cy="221405"/>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endParaRPr lang="en-US" sz="1800" b="1" dirty="0">
              <a:solidFill>
                <a:schemeClr val="bg1"/>
              </a:solidFill>
              <a:cs typeface="Arial" pitchFamily="34" charset="0"/>
            </a:endParaRPr>
          </a:p>
        </p:txBody>
      </p:sp>
      <p:sp>
        <p:nvSpPr>
          <p:cNvPr id="73" name="Text Placeholder 17">
            <a:extLst>
              <a:ext uri="{FF2B5EF4-FFF2-40B4-BE49-F238E27FC236}">
                <a16:creationId xmlns:a16="http://schemas.microsoft.com/office/drawing/2014/main" id="{E9B4301F-7037-02C7-4252-17161CD0705E}"/>
              </a:ext>
            </a:extLst>
          </p:cNvPr>
          <p:cNvSpPr txBox="1">
            <a:spLocks/>
          </p:cNvSpPr>
          <p:nvPr/>
        </p:nvSpPr>
        <p:spPr>
          <a:xfrm>
            <a:off x="8432617" y="4583677"/>
            <a:ext cx="1370322" cy="221405"/>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endParaRPr lang="en-US" sz="1800" b="1" dirty="0">
              <a:solidFill>
                <a:schemeClr val="bg1"/>
              </a:solidFill>
              <a:cs typeface="Arial" pitchFamily="34" charset="0"/>
            </a:endParaRPr>
          </a:p>
        </p:txBody>
      </p:sp>
      <p:sp>
        <p:nvSpPr>
          <p:cNvPr id="79" name="Text Placeholder 17">
            <a:extLst>
              <a:ext uri="{FF2B5EF4-FFF2-40B4-BE49-F238E27FC236}">
                <a16:creationId xmlns:a16="http://schemas.microsoft.com/office/drawing/2014/main" id="{E4F77EA7-AF40-F02D-E085-C117F78BFB04}"/>
              </a:ext>
            </a:extLst>
          </p:cNvPr>
          <p:cNvSpPr txBox="1">
            <a:spLocks/>
          </p:cNvSpPr>
          <p:nvPr/>
        </p:nvSpPr>
        <p:spPr>
          <a:xfrm>
            <a:off x="2154042" y="4365688"/>
            <a:ext cx="1370322" cy="221405"/>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endParaRPr lang="en-US" sz="1800" b="1" dirty="0">
              <a:solidFill>
                <a:schemeClr val="bg1"/>
              </a:solidFill>
              <a:cs typeface="Arial" pitchFamily="34" charset="0"/>
            </a:endParaRPr>
          </a:p>
        </p:txBody>
      </p:sp>
    </p:spTree>
    <p:extLst>
      <p:ext uri="{BB962C8B-B14F-4D97-AF65-F5344CB8AC3E}">
        <p14:creationId xmlns:p14="http://schemas.microsoft.com/office/powerpoint/2010/main" val="31642941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84D23A5-A984-8B27-42B8-92B62BE2E00E}"/>
              </a:ext>
            </a:extLst>
          </p:cNvPr>
          <p:cNvSpPr>
            <a:spLocks noGrp="1"/>
          </p:cNvSpPr>
          <p:nvPr>
            <p:ph type="body" sz="quarter" idx="10"/>
          </p:nvPr>
        </p:nvSpPr>
        <p:spPr/>
        <p:txBody>
          <a:bodyPr/>
          <a:lstStyle/>
          <a:p>
            <a:r>
              <a:rPr lang="en-US" dirty="0"/>
              <a:t>continue</a:t>
            </a:r>
            <a:endParaRPr lang="en-MY" dirty="0"/>
          </a:p>
        </p:txBody>
      </p:sp>
      <p:sp>
        <p:nvSpPr>
          <p:cNvPr id="7" name="Rectangle: Rounded Corners 8">
            <a:extLst>
              <a:ext uri="{FF2B5EF4-FFF2-40B4-BE49-F238E27FC236}">
                <a16:creationId xmlns:a16="http://schemas.microsoft.com/office/drawing/2014/main" id="{09210A2E-E4E0-1DBD-DDA1-83B6C217BC3A}"/>
              </a:ext>
            </a:extLst>
          </p:cNvPr>
          <p:cNvSpPr/>
          <p:nvPr/>
        </p:nvSpPr>
        <p:spPr>
          <a:xfrm>
            <a:off x="6409976" y="2961653"/>
            <a:ext cx="1757587" cy="453450"/>
          </a:xfrm>
          <a:prstGeom prst="roundRect">
            <a:avLst>
              <a:gd name="adj" fmla="val 50000"/>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800" dirty="0"/>
              <a:t>145</a:t>
            </a:r>
            <a:endParaRPr lang="ko-KR" altLang="en-US" sz="1800" dirty="0"/>
          </a:p>
        </p:txBody>
      </p:sp>
      <p:sp>
        <p:nvSpPr>
          <p:cNvPr id="8" name="Rectangle: Rounded Corners 9">
            <a:extLst>
              <a:ext uri="{FF2B5EF4-FFF2-40B4-BE49-F238E27FC236}">
                <a16:creationId xmlns:a16="http://schemas.microsoft.com/office/drawing/2014/main" id="{B82B76A7-BE1F-693B-384C-06CA843516F6}"/>
              </a:ext>
            </a:extLst>
          </p:cNvPr>
          <p:cNvSpPr/>
          <p:nvPr/>
        </p:nvSpPr>
        <p:spPr>
          <a:xfrm>
            <a:off x="2367599" y="2282613"/>
            <a:ext cx="1757587" cy="453450"/>
          </a:xfrm>
          <a:prstGeom prst="roundRect">
            <a:avLst>
              <a:gd name="adj" fmla="val 50000"/>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Closing stock</a:t>
            </a:r>
            <a:endParaRPr lang="ko-KR" altLang="en-US" sz="1800" dirty="0"/>
          </a:p>
        </p:txBody>
      </p:sp>
      <p:sp>
        <p:nvSpPr>
          <p:cNvPr id="10" name="Rectangle: Rounded Corners 8">
            <a:extLst>
              <a:ext uri="{FF2B5EF4-FFF2-40B4-BE49-F238E27FC236}">
                <a16:creationId xmlns:a16="http://schemas.microsoft.com/office/drawing/2014/main" id="{7FBE6EF0-0C90-2A59-03A9-CA7A866619D3}"/>
              </a:ext>
            </a:extLst>
          </p:cNvPr>
          <p:cNvSpPr/>
          <p:nvPr/>
        </p:nvSpPr>
        <p:spPr>
          <a:xfrm>
            <a:off x="294047" y="2324699"/>
            <a:ext cx="1757587" cy="453450"/>
          </a:xfrm>
          <a:prstGeom prst="roundRect">
            <a:avLst>
              <a:gd name="adj" fmla="val 50000"/>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800" dirty="0"/>
              <a:t>Sport equipment</a:t>
            </a:r>
            <a:endParaRPr lang="ko-KR" altLang="en-US" sz="1800" dirty="0"/>
          </a:p>
        </p:txBody>
      </p:sp>
      <p:sp>
        <p:nvSpPr>
          <p:cNvPr id="11" name="Rectangle: Rounded Corners 8">
            <a:extLst>
              <a:ext uri="{FF2B5EF4-FFF2-40B4-BE49-F238E27FC236}">
                <a16:creationId xmlns:a16="http://schemas.microsoft.com/office/drawing/2014/main" id="{54750404-F536-B05D-425F-8D7ADF9CFA70}"/>
              </a:ext>
            </a:extLst>
          </p:cNvPr>
          <p:cNvSpPr/>
          <p:nvPr/>
        </p:nvSpPr>
        <p:spPr>
          <a:xfrm>
            <a:off x="2384589" y="2932307"/>
            <a:ext cx="1757587" cy="453450"/>
          </a:xfrm>
          <a:prstGeom prst="roundRect">
            <a:avLst>
              <a:gd name="adj" fmla="val 50000"/>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800" dirty="0"/>
              <a:t>2300</a:t>
            </a:r>
            <a:endParaRPr lang="ko-KR" altLang="en-US" sz="1800" dirty="0"/>
          </a:p>
        </p:txBody>
      </p:sp>
      <p:sp>
        <p:nvSpPr>
          <p:cNvPr id="12" name="Rectangle: Rounded Corners 9">
            <a:extLst>
              <a:ext uri="{FF2B5EF4-FFF2-40B4-BE49-F238E27FC236}">
                <a16:creationId xmlns:a16="http://schemas.microsoft.com/office/drawing/2014/main" id="{901AAFA0-4F7E-C702-56C4-3B04319F0785}"/>
              </a:ext>
            </a:extLst>
          </p:cNvPr>
          <p:cNvSpPr/>
          <p:nvPr/>
        </p:nvSpPr>
        <p:spPr>
          <a:xfrm>
            <a:off x="6409976" y="2308610"/>
            <a:ext cx="1757587" cy="453450"/>
          </a:xfrm>
          <a:prstGeom prst="roundRect">
            <a:avLst>
              <a:gd name="adj" fmla="val 50000"/>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600" dirty="0"/>
              <a:t>Accrued lockers rent</a:t>
            </a:r>
            <a:endParaRPr lang="ko-KR" altLang="en-US" sz="1600" dirty="0"/>
          </a:p>
        </p:txBody>
      </p:sp>
      <p:sp>
        <p:nvSpPr>
          <p:cNvPr id="13" name="Rectangle: Rounded Corners 8">
            <a:extLst>
              <a:ext uri="{FF2B5EF4-FFF2-40B4-BE49-F238E27FC236}">
                <a16:creationId xmlns:a16="http://schemas.microsoft.com/office/drawing/2014/main" id="{8DC5260E-621C-9AF3-9F22-6D044D932E1C}"/>
              </a:ext>
            </a:extLst>
          </p:cNvPr>
          <p:cNvSpPr/>
          <p:nvPr/>
        </p:nvSpPr>
        <p:spPr>
          <a:xfrm>
            <a:off x="2348848" y="3579945"/>
            <a:ext cx="1757587" cy="453450"/>
          </a:xfrm>
          <a:prstGeom prst="roundRect">
            <a:avLst>
              <a:gd name="adj" fmla="val 50000"/>
            </a:avLst>
          </a:prstGeom>
          <a:solidFill>
            <a:schemeClr val="accent6">
              <a:lumMod val="90000"/>
              <a:lumOff val="1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800" dirty="0"/>
              <a:t>47177</a:t>
            </a:r>
            <a:endParaRPr lang="ko-KR" altLang="en-US" sz="1800" dirty="0"/>
          </a:p>
        </p:txBody>
      </p:sp>
      <p:sp>
        <p:nvSpPr>
          <p:cNvPr id="14" name="Rectangle: Rounded Corners 8">
            <a:extLst>
              <a:ext uri="{FF2B5EF4-FFF2-40B4-BE49-F238E27FC236}">
                <a16:creationId xmlns:a16="http://schemas.microsoft.com/office/drawing/2014/main" id="{65BE2BD4-1256-6107-5FA9-D82A4C6D15EB}"/>
              </a:ext>
            </a:extLst>
          </p:cNvPr>
          <p:cNvSpPr/>
          <p:nvPr/>
        </p:nvSpPr>
        <p:spPr>
          <a:xfrm>
            <a:off x="4414648" y="2324699"/>
            <a:ext cx="1757587" cy="453450"/>
          </a:xfrm>
          <a:prstGeom prst="roundRect">
            <a:avLst>
              <a:gd name="adj" fmla="val 50000"/>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Cash</a:t>
            </a:r>
            <a:endParaRPr lang="ko-KR" altLang="en-US" sz="1800" dirty="0"/>
          </a:p>
        </p:txBody>
      </p:sp>
      <p:sp>
        <p:nvSpPr>
          <p:cNvPr id="15" name="Rectangle: Rounded Corners 8">
            <a:extLst>
              <a:ext uri="{FF2B5EF4-FFF2-40B4-BE49-F238E27FC236}">
                <a16:creationId xmlns:a16="http://schemas.microsoft.com/office/drawing/2014/main" id="{C9DD5728-E155-8A3D-536E-192D57F2C2A9}"/>
              </a:ext>
            </a:extLst>
          </p:cNvPr>
          <p:cNvSpPr/>
          <p:nvPr/>
        </p:nvSpPr>
        <p:spPr>
          <a:xfrm>
            <a:off x="4434921" y="3566857"/>
            <a:ext cx="1757587" cy="453450"/>
          </a:xfrm>
          <a:prstGeom prst="roundRect">
            <a:avLst>
              <a:gd name="adj" fmla="val 50000"/>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9917</a:t>
            </a:r>
            <a:endParaRPr lang="ko-KR" altLang="en-US" sz="1400" dirty="0"/>
          </a:p>
        </p:txBody>
      </p:sp>
      <p:sp>
        <p:nvSpPr>
          <p:cNvPr id="16" name="Rectangle: Rounded Corners 8">
            <a:extLst>
              <a:ext uri="{FF2B5EF4-FFF2-40B4-BE49-F238E27FC236}">
                <a16:creationId xmlns:a16="http://schemas.microsoft.com/office/drawing/2014/main" id="{259A2411-C6DC-4D40-D4ED-E95329AD5D0F}"/>
              </a:ext>
            </a:extLst>
          </p:cNvPr>
          <p:cNvSpPr/>
          <p:nvPr/>
        </p:nvSpPr>
        <p:spPr>
          <a:xfrm>
            <a:off x="6409977" y="3570714"/>
            <a:ext cx="1757587" cy="453450"/>
          </a:xfrm>
          <a:prstGeom prst="roundRect">
            <a:avLst>
              <a:gd name="adj" fmla="val 50000"/>
            </a:avLst>
          </a:prstGeom>
          <a:solidFill>
            <a:schemeClr val="accent6">
              <a:lumMod val="90000"/>
              <a:lumOff val="1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800" dirty="0"/>
              <a:t>790</a:t>
            </a:r>
            <a:endParaRPr lang="ko-KR" altLang="en-US" sz="1800" dirty="0"/>
          </a:p>
        </p:txBody>
      </p:sp>
      <p:sp>
        <p:nvSpPr>
          <p:cNvPr id="17" name="Rectangle: Rounded Corners 8">
            <a:extLst>
              <a:ext uri="{FF2B5EF4-FFF2-40B4-BE49-F238E27FC236}">
                <a16:creationId xmlns:a16="http://schemas.microsoft.com/office/drawing/2014/main" id="{E72112E1-DCF3-59C8-FC29-5007D3878704}"/>
              </a:ext>
            </a:extLst>
          </p:cNvPr>
          <p:cNvSpPr/>
          <p:nvPr/>
        </p:nvSpPr>
        <p:spPr>
          <a:xfrm>
            <a:off x="4434921" y="2957796"/>
            <a:ext cx="1757587" cy="453450"/>
          </a:xfrm>
          <a:prstGeom prst="roundRect">
            <a:avLst>
              <a:gd name="adj" fmla="val 50000"/>
            </a:avLst>
          </a:prstGeom>
          <a:solidFill>
            <a:schemeClr val="accent6">
              <a:lumMod val="90000"/>
              <a:lumOff val="1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34960</a:t>
            </a:r>
            <a:endParaRPr lang="ko-KR" altLang="en-US" sz="1800" dirty="0"/>
          </a:p>
        </p:txBody>
      </p:sp>
      <p:sp>
        <p:nvSpPr>
          <p:cNvPr id="18" name="Text Placeholder 17">
            <a:extLst>
              <a:ext uri="{FF2B5EF4-FFF2-40B4-BE49-F238E27FC236}">
                <a16:creationId xmlns:a16="http://schemas.microsoft.com/office/drawing/2014/main" id="{84CDC66E-6F20-6502-F146-1478D73D9BD1}"/>
              </a:ext>
            </a:extLst>
          </p:cNvPr>
          <p:cNvSpPr txBox="1">
            <a:spLocks/>
          </p:cNvSpPr>
          <p:nvPr/>
        </p:nvSpPr>
        <p:spPr>
          <a:xfrm>
            <a:off x="2156360" y="2740248"/>
            <a:ext cx="1370322" cy="221405"/>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endParaRPr lang="en-US" sz="1800" b="1" dirty="0">
              <a:solidFill>
                <a:schemeClr val="bg1"/>
              </a:solidFill>
              <a:cs typeface="Arial" pitchFamily="34" charset="0"/>
            </a:endParaRPr>
          </a:p>
        </p:txBody>
      </p:sp>
      <p:sp>
        <p:nvSpPr>
          <p:cNvPr id="19" name="Rectangle: Rounded Corners 8">
            <a:extLst>
              <a:ext uri="{FF2B5EF4-FFF2-40B4-BE49-F238E27FC236}">
                <a16:creationId xmlns:a16="http://schemas.microsoft.com/office/drawing/2014/main" id="{0AD65D69-965C-3705-2654-41FDFEF0F659}"/>
              </a:ext>
            </a:extLst>
          </p:cNvPr>
          <p:cNvSpPr/>
          <p:nvPr/>
        </p:nvSpPr>
        <p:spPr>
          <a:xfrm>
            <a:off x="8329777" y="2333930"/>
            <a:ext cx="1757587" cy="453450"/>
          </a:xfrm>
          <a:prstGeom prst="roundRect">
            <a:avLst>
              <a:gd name="adj" fmla="val 50000"/>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Accrued subscription</a:t>
            </a:r>
            <a:endParaRPr lang="ko-KR" altLang="en-US" sz="1800" dirty="0"/>
          </a:p>
        </p:txBody>
      </p:sp>
      <p:sp>
        <p:nvSpPr>
          <p:cNvPr id="20" name="Rectangle: Rounded Corners 19">
            <a:extLst>
              <a:ext uri="{FF2B5EF4-FFF2-40B4-BE49-F238E27FC236}">
                <a16:creationId xmlns:a16="http://schemas.microsoft.com/office/drawing/2014/main" id="{9A11B5D1-5CD6-88A8-B6CF-4B72D1380E2D}"/>
              </a:ext>
            </a:extLst>
          </p:cNvPr>
          <p:cNvSpPr/>
          <p:nvPr/>
        </p:nvSpPr>
        <p:spPr>
          <a:xfrm>
            <a:off x="8350050" y="3385757"/>
            <a:ext cx="1757587" cy="453450"/>
          </a:xfrm>
          <a:prstGeom prst="roundRect">
            <a:avLst>
              <a:gd name="adj" fmla="val 50000"/>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9782</a:t>
            </a:r>
            <a:endParaRPr lang="ko-KR" altLang="en-US" sz="1400" dirty="0"/>
          </a:p>
        </p:txBody>
      </p:sp>
      <p:sp>
        <p:nvSpPr>
          <p:cNvPr id="21" name="Rectangle: Rounded Corners 8">
            <a:extLst>
              <a:ext uri="{FF2B5EF4-FFF2-40B4-BE49-F238E27FC236}">
                <a16:creationId xmlns:a16="http://schemas.microsoft.com/office/drawing/2014/main" id="{37A85602-AE9D-5CD3-94A6-468384F33FF7}"/>
              </a:ext>
            </a:extLst>
          </p:cNvPr>
          <p:cNvSpPr/>
          <p:nvPr/>
        </p:nvSpPr>
        <p:spPr>
          <a:xfrm>
            <a:off x="8350050" y="2850950"/>
            <a:ext cx="1757587" cy="453450"/>
          </a:xfrm>
          <a:prstGeom prst="roundRect">
            <a:avLst>
              <a:gd name="adj" fmla="val 50000"/>
            </a:avLst>
          </a:prstGeom>
          <a:solidFill>
            <a:schemeClr val="accent6">
              <a:lumMod val="90000"/>
              <a:lumOff val="1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800" dirty="0"/>
              <a:t>2560</a:t>
            </a:r>
            <a:endParaRPr lang="ko-KR" altLang="en-US" sz="1800" dirty="0"/>
          </a:p>
        </p:txBody>
      </p:sp>
      <p:sp>
        <p:nvSpPr>
          <p:cNvPr id="22" name="Rectangle: Rounded Corners 8">
            <a:extLst>
              <a:ext uri="{FF2B5EF4-FFF2-40B4-BE49-F238E27FC236}">
                <a16:creationId xmlns:a16="http://schemas.microsoft.com/office/drawing/2014/main" id="{73257776-4101-4898-DC2D-BEC7B8A625C6}"/>
              </a:ext>
            </a:extLst>
          </p:cNvPr>
          <p:cNvSpPr/>
          <p:nvPr/>
        </p:nvSpPr>
        <p:spPr>
          <a:xfrm>
            <a:off x="345527" y="2919066"/>
            <a:ext cx="1757587" cy="453450"/>
          </a:xfrm>
          <a:prstGeom prst="roundRect">
            <a:avLst>
              <a:gd name="adj" fmla="val 50000"/>
            </a:avLst>
          </a:prstGeom>
          <a:solidFill>
            <a:schemeClr val="accent6">
              <a:lumMod val="90000"/>
              <a:lumOff val="1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800" dirty="0"/>
              <a:t>600</a:t>
            </a:r>
            <a:endParaRPr lang="ko-KR" altLang="en-US" sz="1800" dirty="0"/>
          </a:p>
        </p:txBody>
      </p:sp>
      <p:sp>
        <p:nvSpPr>
          <p:cNvPr id="23" name="Rectangle: Rounded Corners 22">
            <a:extLst>
              <a:ext uri="{FF2B5EF4-FFF2-40B4-BE49-F238E27FC236}">
                <a16:creationId xmlns:a16="http://schemas.microsoft.com/office/drawing/2014/main" id="{A393EA08-63D9-9C3E-99AD-D6C953FCADEE}"/>
              </a:ext>
            </a:extLst>
          </p:cNvPr>
          <p:cNvSpPr/>
          <p:nvPr/>
        </p:nvSpPr>
        <p:spPr>
          <a:xfrm>
            <a:off x="10249577" y="3315605"/>
            <a:ext cx="1757587" cy="453450"/>
          </a:xfrm>
          <a:prstGeom prst="roundRect">
            <a:avLst>
              <a:gd name="adj" fmla="val 50000"/>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Prepaid subscriptions</a:t>
            </a:r>
            <a:endParaRPr lang="ko-KR" altLang="en-US" sz="1600" dirty="0"/>
          </a:p>
        </p:txBody>
      </p:sp>
      <p:sp>
        <p:nvSpPr>
          <p:cNvPr id="24" name="Rectangle: Rounded Corners 8">
            <a:extLst>
              <a:ext uri="{FF2B5EF4-FFF2-40B4-BE49-F238E27FC236}">
                <a16:creationId xmlns:a16="http://schemas.microsoft.com/office/drawing/2014/main" id="{BFA77956-F0D2-4E5D-86F4-63F3AEE5DC61}"/>
              </a:ext>
            </a:extLst>
          </p:cNvPr>
          <p:cNvSpPr/>
          <p:nvPr/>
        </p:nvSpPr>
        <p:spPr>
          <a:xfrm>
            <a:off x="10249578" y="2324699"/>
            <a:ext cx="1757587" cy="453450"/>
          </a:xfrm>
          <a:prstGeom prst="roundRect">
            <a:avLst>
              <a:gd name="adj" fmla="val 50000"/>
            </a:avLst>
          </a:prstGeom>
          <a:solidFill>
            <a:schemeClr val="accent6">
              <a:lumMod val="90000"/>
              <a:lumOff val="1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600" dirty="0"/>
              <a:t>Accumulated fund</a:t>
            </a:r>
            <a:endParaRPr lang="ko-KR" altLang="en-US" sz="1600" dirty="0"/>
          </a:p>
        </p:txBody>
      </p:sp>
      <p:sp>
        <p:nvSpPr>
          <p:cNvPr id="25" name="Rectangle: Rounded Corners 8">
            <a:extLst>
              <a:ext uri="{FF2B5EF4-FFF2-40B4-BE49-F238E27FC236}">
                <a16:creationId xmlns:a16="http://schemas.microsoft.com/office/drawing/2014/main" id="{611940DA-07C8-D0A3-D483-B1A87EA6CD0B}"/>
              </a:ext>
            </a:extLst>
          </p:cNvPr>
          <p:cNvSpPr/>
          <p:nvPr/>
        </p:nvSpPr>
        <p:spPr>
          <a:xfrm>
            <a:off x="10249578" y="2810433"/>
            <a:ext cx="1757587" cy="453450"/>
          </a:xfrm>
          <a:prstGeom prst="roundRect">
            <a:avLst>
              <a:gd name="adj" fmla="val 50000"/>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34500</a:t>
            </a:r>
            <a:endParaRPr lang="ko-KR" altLang="en-US" sz="1800" dirty="0"/>
          </a:p>
        </p:txBody>
      </p:sp>
      <p:sp>
        <p:nvSpPr>
          <p:cNvPr id="26" name="Rectangle: Rounded Corners 8">
            <a:extLst>
              <a:ext uri="{FF2B5EF4-FFF2-40B4-BE49-F238E27FC236}">
                <a16:creationId xmlns:a16="http://schemas.microsoft.com/office/drawing/2014/main" id="{A323B886-7B6E-498A-72D4-B9435D86E21B}"/>
              </a:ext>
            </a:extLst>
          </p:cNvPr>
          <p:cNvSpPr/>
          <p:nvPr/>
        </p:nvSpPr>
        <p:spPr>
          <a:xfrm>
            <a:off x="10249577" y="3861691"/>
            <a:ext cx="1757587" cy="453450"/>
          </a:xfrm>
          <a:prstGeom prst="roundRect">
            <a:avLst>
              <a:gd name="adj" fmla="val 50000"/>
            </a:avLst>
          </a:prstGeom>
          <a:solidFill>
            <a:schemeClr val="accent6">
              <a:lumMod val="90000"/>
              <a:lumOff val="1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800" dirty="0"/>
              <a:t>(+)surplus</a:t>
            </a:r>
            <a:endParaRPr lang="ko-KR" altLang="en-US" sz="1800" dirty="0"/>
          </a:p>
        </p:txBody>
      </p:sp>
      <p:sp>
        <p:nvSpPr>
          <p:cNvPr id="27" name="Rectangle: Rounded Corners 8">
            <a:extLst>
              <a:ext uri="{FF2B5EF4-FFF2-40B4-BE49-F238E27FC236}">
                <a16:creationId xmlns:a16="http://schemas.microsoft.com/office/drawing/2014/main" id="{982775E0-AF2F-BCF6-4242-5B72F5DEBFC5}"/>
              </a:ext>
            </a:extLst>
          </p:cNvPr>
          <p:cNvSpPr/>
          <p:nvPr/>
        </p:nvSpPr>
        <p:spPr>
          <a:xfrm>
            <a:off x="8385033" y="3865097"/>
            <a:ext cx="1757587" cy="453450"/>
          </a:xfrm>
          <a:prstGeom prst="roundRect">
            <a:avLst>
              <a:gd name="adj" fmla="val 50000"/>
            </a:avLst>
          </a:prstGeom>
          <a:solidFill>
            <a:schemeClr val="accent6">
              <a:lumMod val="90000"/>
              <a:lumOff val="1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600" dirty="0"/>
              <a:t>Entrance subscriptions</a:t>
            </a:r>
            <a:endParaRPr lang="ko-KR" altLang="en-US" sz="1600" dirty="0"/>
          </a:p>
        </p:txBody>
      </p:sp>
      <p:grpSp>
        <p:nvGrpSpPr>
          <p:cNvPr id="270" name="그룹 269">
            <a:extLst>
              <a:ext uri="{FF2B5EF4-FFF2-40B4-BE49-F238E27FC236}">
                <a16:creationId xmlns:a16="http://schemas.microsoft.com/office/drawing/2014/main" id="{4F2597D3-723A-44B3-B194-02C385FC3AEB}"/>
              </a:ext>
            </a:extLst>
          </p:cNvPr>
          <p:cNvGrpSpPr/>
          <p:nvPr/>
        </p:nvGrpSpPr>
        <p:grpSpPr>
          <a:xfrm>
            <a:off x="610784" y="4315141"/>
            <a:ext cx="3091152" cy="1959158"/>
            <a:chOff x="468217" y="1253262"/>
            <a:chExt cx="6664182" cy="3798326"/>
          </a:xfrm>
        </p:grpSpPr>
        <p:grpSp>
          <p:nvGrpSpPr>
            <p:cNvPr id="271" name="그룹 270">
              <a:extLst>
                <a:ext uri="{FF2B5EF4-FFF2-40B4-BE49-F238E27FC236}">
                  <a16:creationId xmlns:a16="http://schemas.microsoft.com/office/drawing/2014/main" id="{9E7BF41E-3D4F-44C4-AA4D-7D7B7AA0B2B8}"/>
                </a:ext>
              </a:extLst>
            </p:cNvPr>
            <p:cNvGrpSpPr/>
            <p:nvPr/>
          </p:nvGrpSpPr>
          <p:grpSpPr>
            <a:xfrm>
              <a:off x="1201033" y="2125866"/>
              <a:ext cx="5931366" cy="2606267"/>
              <a:chOff x="6262560" y="3805286"/>
              <a:chExt cx="5931366" cy="2606267"/>
            </a:xfrm>
          </p:grpSpPr>
          <p:sp>
            <p:nvSpPr>
              <p:cNvPr id="307" name="자유형: 도형 306">
                <a:extLst>
                  <a:ext uri="{FF2B5EF4-FFF2-40B4-BE49-F238E27FC236}">
                    <a16:creationId xmlns:a16="http://schemas.microsoft.com/office/drawing/2014/main" id="{0B370A0B-3537-4150-AF9C-EBC683755FCC}"/>
                  </a:ext>
                </a:extLst>
              </p:cNvPr>
              <p:cNvSpPr/>
              <p:nvPr/>
            </p:nvSpPr>
            <p:spPr>
              <a:xfrm>
                <a:off x="7178167" y="3805286"/>
                <a:ext cx="3582111" cy="2264922"/>
              </a:xfrm>
              <a:custGeom>
                <a:avLst/>
                <a:gdLst>
                  <a:gd name="connsiteX0" fmla="*/ 3533922 w 3582111"/>
                  <a:gd name="connsiteY0" fmla="*/ 2264923 h 2264922"/>
                  <a:gd name="connsiteX1" fmla="*/ 48190 w 3582111"/>
                  <a:gd name="connsiteY1" fmla="*/ 2264923 h 2264922"/>
                  <a:gd name="connsiteX2" fmla="*/ 0 w 3582111"/>
                  <a:gd name="connsiteY2" fmla="*/ 2216733 h 2264922"/>
                  <a:gd name="connsiteX3" fmla="*/ 0 w 3582111"/>
                  <a:gd name="connsiteY3" fmla="*/ 48190 h 2264922"/>
                  <a:gd name="connsiteX4" fmla="*/ 48190 w 3582111"/>
                  <a:gd name="connsiteY4" fmla="*/ 0 h 2264922"/>
                  <a:gd name="connsiteX5" fmla="*/ 3533922 w 3582111"/>
                  <a:gd name="connsiteY5" fmla="*/ 0 h 2264922"/>
                  <a:gd name="connsiteX6" fmla="*/ 3582112 w 3582111"/>
                  <a:gd name="connsiteY6" fmla="*/ 48190 h 2264922"/>
                  <a:gd name="connsiteX7" fmla="*/ 3582112 w 3582111"/>
                  <a:gd name="connsiteY7" fmla="*/ 2216733 h 2264922"/>
                  <a:gd name="connsiteX8" fmla="*/ 3533922 w 3582111"/>
                  <a:gd name="connsiteY8" fmla="*/ 2264923 h 2264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82111" h="2264922">
                    <a:moveTo>
                      <a:pt x="3533922" y="2264923"/>
                    </a:moveTo>
                    <a:lnTo>
                      <a:pt x="48190" y="2264923"/>
                    </a:lnTo>
                    <a:cubicBezTo>
                      <a:pt x="21685" y="2264923"/>
                      <a:pt x="0" y="2243238"/>
                      <a:pt x="0" y="2216733"/>
                    </a:cubicBezTo>
                    <a:lnTo>
                      <a:pt x="0" y="48190"/>
                    </a:lnTo>
                    <a:cubicBezTo>
                      <a:pt x="0" y="21685"/>
                      <a:pt x="21685" y="0"/>
                      <a:pt x="48190" y="0"/>
                    </a:cubicBezTo>
                    <a:lnTo>
                      <a:pt x="3533922" y="0"/>
                    </a:lnTo>
                    <a:cubicBezTo>
                      <a:pt x="3560426" y="0"/>
                      <a:pt x="3582112" y="21685"/>
                      <a:pt x="3582112" y="48190"/>
                    </a:cubicBezTo>
                    <a:lnTo>
                      <a:pt x="3582112" y="2216733"/>
                    </a:lnTo>
                    <a:cubicBezTo>
                      <a:pt x="3582112" y="2243238"/>
                      <a:pt x="3560426" y="2264923"/>
                      <a:pt x="3533922" y="2264923"/>
                    </a:cubicBezTo>
                    <a:close/>
                  </a:path>
                </a:pathLst>
              </a:custGeom>
              <a:solidFill>
                <a:srgbClr val="03386E"/>
              </a:solidFill>
              <a:ln w="4013" cap="flat">
                <a:noFill/>
                <a:prstDash val="solid"/>
                <a:miter/>
              </a:ln>
            </p:spPr>
            <p:txBody>
              <a:bodyPr rtlCol="0" anchor="ctr"/>
              <a:lstStyle/>
              <a:p>
                <a:endParaRPr lang="ko-KR" altLang="en-US"/>
              </a:p>
            </p:txBody>
          </p:sp>
          <p:sp>
            <p:nvSpPr>
              <p:cNvPr id="308" name="자유형: 도형 307">
                <a:extLst>
                  <a:ext uri="{FF2B5EF4-FFF2-40B4-BE49-F238E27FC236}">
                    <a16:creationId xmlns:a16="http://schemas.microsoft.com/office/drawing/2014/main" id="{FD565B7E-9086-41C9-8263-79EEC9DFD8BC}"/>
                  </a:ext>
                </a:extLst>
              </p:cNvPr>
              <p:cNvSpPr/>
              <p:nvPr/>
            </p:nvSpPr>
            <p:spPr>
              <a:xfrm>
                <a:off x="6262560" y="6287063"/>
                <a:ext cx="5931366" cy="124490"/>
              </a:xfrm>
              <a:custGeom>
                <a:avLst/>
                <a:gdLst>
                  <a:gd name="connsiteX0" fmla="*/ 5869122 w 5931366"/>
                  <a:gd name="connsiteY0" fmla="*/ 124490 h 124490"/>
                  <a:gd name="connsiteX1" fmla="*/ 62245 w 5931366"/>
                  <a:gd name="connsiteY1" fmla="*/ 124490 h 124490"/>
                  <a:gd name="connsiteX2" fmla="*/ 0 w 5931366"/>
                  <a:gd name="connsiteY2" fmla="*/ 62245 h 124490"/>
                  <a:gd name="connsiteX3" fmla="*/ 0 w 5931366"/>
                  <a:gd name="connsiteY3" fmla="*/ 62245 h 124490"/>
                  <a:gd name="connsiteX4" fmla="*/ 62245 w 5931366"/>
                  <a:gd name="connsiteY4" fmla="*/ 0 h 124490"/>
                  <a:gd name="connsiteX5" fmla="*/ 5869122 w 5931366"/>
                  <a:gd name="connsiteY5" fmla="*/ 0 h 124490"/>
                  <a:gd name="connsiteX6" fmla="*/ 5931367 w 5931366"/>
                  <a:gd name="connsiteY6" fmla="*/ 62245 h 124490"/>
                  <a:gd name="connsiteX7" fmla="*/ 5931367 w 5931366"/>
                  <a:gd name="connsiteY7" fmla="*/ 62245 h 124490"/>
                  <a:gd name="connsiteX8" fmla="*/ 5869122 w 5931366"/>
                  <a:gd name="connsiteY8" fmla="*/ 124490 h 12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31366" h="124490">
                    <a:moveTo>
                      <a:pt x="5869122" y="124490"/>
                    </a:moveTo>
                    <a:lnTo>
                      <a:pt x="62245" y="124490"/>
                    </a:lnTo>
                    <a:cubicBezTo>
                      <a:pt x="27870" y="124490"/>
                      <a:pt x="0" y="96621"/>
                      <a:pt x="0" y="62245"/>
                    </a:cubicBezTo>
                    <a:lnTo>
                      <a:pt x="0" y="62245"/>
                    </a:lnTo>
                    <a:cubicBezTo>
                      <a:pt x="0" y="27870"/>
                      <a:pt x="27870" y="0"/>
                      <a:pt x="62245" y="0"/>
                    </a:cubicBezTo>
                    <a:lnTo>
                      <a:pt x="5869122" y="0"/>
                    </a:lnTo>
                    <a:cubicBezTo>
                      <a:pt x="5903497" y="0"/>
                      <a:pt x="5931367" y="27870"/>
                      <a:pt x="5931367" y="62245"/>
                    </a:cubicBezTo>
                    <a:lnTo>
                      <a:pt x="5931367" y="62245"/>
                    </a:lnTo>
                    <a:cubicBezTo>
                      <a:pt x="5931367" y="96621"/>
                      <a:pt x="5903497" y="124490"/>
                      <a:pt x="5869122" y="124490"/>
                    </a:cubicBezTo>
                    <a:close/>
                  </a:path>
                </a:pathLst>
              </a:custGeom>
              <a:solidFill>
                <a:srgbClr val="32618B"/>
              </a:solidFill>
              <a:ln w="4013" cap="flat">
                <a:noFill/>
                <a:prstDash val="solid"/>
                <a:miter/>
              </a:ln>
            </p:spPr>
            <p:txBody>
              <a:bodyPr rtlCol="0" anchor="ctr"/>
              <a:lstStyle/>
              <a:p>
                <a:endParaRPr lang="ko-KR" altLang="en-US"/>
              </a:p>
            </p:txBody>
          </p:sp>
          <p:sp>
            <p:nvSpPr>
              <p:cNvPr id="309" name="자유형: 도형 308">
                <a:extLst>
                  <a:ext uri="{FF2B5EF4-FFF2-40B4-BE49-F238E27FC236}">
                    <a16:creationId xmlns:a16="http://schemas.microsoft.com/office/drawing/2014/main" id="{87C0C856-E71D-4481-A0DD-D308497A7FC9}"/>
                  </a:ext>
                </a:extLst>
              </p:cNvPr>
              <p:cNvSpPr/>
              <p:nvPr/>
            </p:nvSpPr>
            <p:spPr>
              <a:xfrm>
                <a:off x="6893004" y="6021979"/>
                <a:ext cx="4148342" cy="277131"/>
              </a:xfrm>
              <a:custGeom>
                <a:avLst/>
                <a:gdLst>
                  <a:gd name="connsiteX0" fmla="*/ 4105694 w 4148342"/>
                  <a:gd name="connsiteY0" fmla="*/ 277132 h 277131"/>
                  <a:gd name="connsiteX1" fmla="*/ 42688 w 4148342"/>
                  <a:gd name="connsiteY1" fmla="*/ 277132 h 277131"/>
                  <a:gd name="connsiteX2" fmla="*/ 0 w 4148342"/>
                  <a:gd name="connsiteY2" fmla="*/ 234444 h 277131"/>
                  <a:gd name="connsiteX3" fmla="*/ 24095 w 4148342"/>
                  <a:gd name="connsiteY3" fmla="*/ 96380 h 277131"/>
                  <a:gd name="connsiteX4" fmla="*/ 120475 w 4148342"/>
                  <a:gd name="connsiteY4" fmla="*/ 0 h 277131"/>
                  <a:gd name="connsiteX5" fmla="*/ 4023852 w 4148342"/>
                  <a:gd name="connsiteY5" fmla="*/ 0 h 277131"/>
                  <a:gd name="connsiteX6" fmla="*/ 4120232 w 4148342"/>
                  <a:gd name="connsiteY6" fmla="*/ 96380 h 277131"/>
                  <a:gd name="connsiteX7" fmla="*/ 4148342 w 4148342"/>
                  <a:gd name="connsiteY7" fmla="*/ 234444 h 277131"/>
                  <a:gd name="connsiteX8" fmla="*/ 4105694 w 4148342"/>
                  <a:gd name="connsiteY8" fmla="*/ 277132 h 277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48342" h="277131">
                    <a:moveTo>
                      <a:pt x="4105694" y="277132"/>
                    </a:moveTo>
                    <a:lnTo>
                      <a:pt x="42688" y="277132"/>
                    </a:lnTo>
                    <a:cubicBezTo>
                      <a:pt x="19115" y="277132"/>
                      <a:pt x="0" y="258017"/>
                      <a:pt x="0" y="234444"/>
                    </a:cubicBezTo>
                    <a:lnTo>
                      <a:pt x="24095" y="96380"/>
                    </a:lnTo>
                    <a:cubicBezTo>
                      <a:pt x="24095" y="43170"/>
                      <a:pt x="67265" y="0"/>
                      <a:pt x="120475" y="0"/>
                    </a:cubicBezTo>
                    <a:lnTo>
                      <a:pt x="4023852" y="0"/>
                    </a:lnTo>
                    <a:cubicBezTo>
                      <a:pt x="4077062" y="0"/>
                      <a:pt x="4120232" y="43170"/>
                      <a:pt x="4120232" y="96380"/>
                    </a:cubicBezTo>
                    <a:lnTo>
                      <a:pt x="4148342" y="234444"/>
                    </a:lnTo>
                    <a:cubicBezTo>
                      <a:pt x="4148383" y="258057"/>
                      <a:pt x="4129267" y="277132"/>
                      <a:pt x="4105694" y="277132"/>
                    </a:cubicBezTo>
                    <a:close/>
                  </a:path>
                </a:pathLst>
              </a:custGeom>
              <a:solidFill>
                <a:srgbClr val="032C58"/>
              </a:solidFill>
              <a:ln w="4013" cap="flat">
                <a:noFill/>
                <a:prstDash val="solid"/>
                <a:miter/>
              </a:ln>
            </p:spPr>
            <p:txBody>
              <a:bodyPr rtlCol="0" anchor="ctr"/>
              <a:lstStyle/>
              <a:p>
                <a:endParaRPr lang="ko-KR" altLang="en-US"/>
              </a:p>
            </p:txBody>
          </p:sp>
          <p:sp>
            <p:nvSpPr>
              <p:cNvPr id="310" name="자유형: 도형 309">
                <a:extLst>
                  <a:ext uri="{FF2B5EF4-FFF2-40B4-BE49-F238E27FC236}">
                    <a16:creationId xmlns:a16="http://schemas.microsoft.com/office/drawing/2014/main" id="{FA156C22-762B-40DB-B058-53098976F40E}"/>
                  </a:ext>
                </a:extLst>
              </p:cNvPr>
              <p:cNvSpPr/>
              <p:nvPr/>
            </p:nvSpPr>
            <p:spPr>
              <a:xfrm>
                <a:off x="7306674" y="3929776"/>
                <a:ext cx="3321083" cy="2088226"/>
              </a:xfrm>
              <a:custGeom>
                <a:avLst/>
                <a:gdLst>
                  <a:gd name="connsiteX0" fmla="*/ 3321083 w 3321083"/>
                  <a:gd name="connsiteY0" fmla="*/ 2088227 h 2088226"/>
                  <a:gd name="connsiteX1" fmla="*/ 0 w 3321083"/>
                  <a:gd name="connsiteY1" fmla="*/ 2088227 h 2088226"/>
                  <a:gd name="connsiteX2" fmla="*/ 0 w 3321083"/>
                  <a:gd name="connsiteY2" fmla="*/ 68269 h 2088226"/>
                  <a:gd name="connsiteX3" fmla="*/ 68269 w 3321083"/>
                  <a:gd name="connsiteY3" fmla="*/ 0 h 2088226"/>
                  <a:gd name="connsiteX4" fmla="*/ 3252815 w 3321083"/>
                  <a:gd name="connsiteY4" fmla="*/ 0 h 2088226"/>
                  <a:gd name="connsiteX5" fmla="*/ 3321083 w 3321083"/>
                  <a:gd name="connsiteY5" fmla="*/ 68269 h 2088226"/>
                  <a:gd name="connsiteX6" fmla="*/ 3321083 w 3321083"/>
                  <a:gd name="connsiteY6" fmla="*/ 2088227 h 2088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21083" h="2088226">
                    <a:moveTo>
                      <a:pt x="3321083" y="2088227"/>
                    </a:moveTo>
                    <a:lnTo>
                      <a:pt x="0" y="2088227"/>
                    </a:lnTo>
                    <a:lnTo>
                      <a:pt x="0" y="68269"/>
                    </a:lnTo>
                    <a:cubicBezTo>
                      <a:pt x="0" y="30721"/>
                      <a:pt x="30721" y="0"/>
                      <a:pt x="68269" y="0"/>
                    </a:cubicBezTo>
                    <a:lnTo>
                      <a:pt x="3252815" y="0"/>
                    </a:lnTo>
                    <a:cubicBezTo>
                      <a:pt x="3290362" y="0"/>
                      <a:pt x="3321083" y="30721"/>
                      <a:pt x="3321083" y="68269"/>
                    </a:cubicBezTo>
                    <a:lnTo>
                      <a:pt x="3321083" y="2088227"/>
                    </a:lnTo>
                    <a:close/>
                  </a:path>
                </a:pathLst>
              </a:custGeom>
              <a:solidFill>
                <a:srgbClr val="7892B0"/>
              </a:solidFill>
              <a:ln w="4013" cap="flat">
                <a:noFill/>
                <a:prstDash val="solid"/>
                <a:miter/>
              </a:ln>
            </p:spPr>
            <p:txBody>
              <a:bodyPr rtlCol="0" anchor="ctr"/>
              <a:lstStyle/>
              <a:p>
                <a:endParaRPr lang="ko-KR" altLang="en-US" dirty="0"/>
              </a:p>
            </p:txBody>
          </p:sp>
        </p:grpSp>
        <p:grpSp>
          <p:nvGrpSpPr>
            <p:cNvPr id="272" name="그룹 271">
              <a:extLst>
                <a:ext uri="{FF2B5EF4-FFF2-40B4-BE49-F238E27FC236}">
                  <a16:creationId xmlns:a16="http://schemas.microsoft.com/office/drawing/2014/main" id="{5487F9D7-13C6-4EB3-BC5B-882474D96C90}"/>
                </a:ext>
              </a:extLst>
            </p:cNvPr>
            <p:cNvGrpSpPr/>
            <p:nvPr/>
          </p:nvGrpSpPr>
          <p:grpSpPr>
            <a:xfrm>
              <a:off x="2441761" y="1487073"/>
              <a:ext cx="3851673" cy="2523182"/>
              <a:chOff x="7503288" y="3166493"/>
              <a:chExt cx="3851673" cy="2523182"/>
            </a:xfrm>
            <a:solidFill>
              <a:schemeClr val="accent4"/>
            </a:solidFill>
          </p:grpSpPr>
          <p:sp>
            <p:nvSpPr>
              <p:cNvPr id="299" name="자유형: 도형 298">
                <a:extLst>
                  <a:ext uri="{FF2B5EF4-FFF2-40B4-BE49-F238E27FC236}">
                    <a16:creationId xmlns:a16="http://schemas.microsoft.com/office/drawing/2014/main" id="{02EA41E6-2DF0-4B44-9045-5C305BDF4D6F}"/>
                  </a:ext>
                </a:extLst>
              </p:cNvPr>
              <p:cNvSpPr/>
              <p:nvPr/>
            </p:nvSpPr>
            <p:spPr>
              <a:xfrm>
                <a:off x="10658982" y="3458466"/>
                <a:ext cx="412355" cy="398222"/>
              </a:xfrm>
              <a:custGeom>
                <a:avLst/>
                <a:gdLst>
                  <a:gd name="connsiteX0" fmla="*/ 100253 w 412355"/>
                  <a:gd name="connsiteY0" fmla="*/ 371999 h 398222"/>
                  <a:gd name="connsiteX1" fmla="*/ 52023 w 412355"/>
                  <a:gd name="connsiteY1" fmla="*/ 332483 h 398222"/>
                  <a:gd name="connsiteX2" fmla="*/ 153422 w 412355"/>
                  <a:gd name="connsiteY2" fmla="*/ 6318 h 398222"/>
                  <a:gd name="connsiteX3" fmla="*/ 383288 w 412355"/>
                  <a:gd name="connsiteY3" fmla="*/ 97678 h 398222"/>
                  <a:gd name="connsiteX4" fmla="*/ 365578 w 412355"/>
                  <a:gd name="connsiteY4" fmla="*/ 325014 h 398222"/>
                  <a:gd name="connsiteX5" fmla="*/ 124629 w 412355"/>
                  <a:gd name="connsiteY5" fmla="*/ 382039 h 398222"/>
                  <a:gd name="connsiteX6" fmla="*/ 100253 w 412355"/>
                  <a:gd name="connsiteY6" fmla="*/ 371999 h 398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2355" h="398222">
                    <a:moveTo>
                      <a:pt x="100253" y="371999"/>
                    </a:moveTo>
                    <a:cubicBezTo>
                      <a:pt x="84189" y="358827"/>
                      <a:pt x="68086" y="345655"/>
                      <a:pt x="52023" y="332483"/>
                    </a:cubicBezTo>
                    <a:cubicBezTo>
                      <a:pt x="-57689" y="203174"/>
                      <a:pt x="20458" y="38967"/>
                      <a:pt x="153422" y="6318"/>
                    </a:cubicBezTo>
                    <a:cubicBezTo>
                      <a:pt x="242694" y="-15608"/>
                      <a:pt x="335821" y="20655"/>
                      <a:pt x="383288" y="97678"/>
                    </a:cubicBezTo>
                    <a:cubicBezTo>
                      <a:pt x="427743" y="169762"/>
                      <a:pt x="420715" y="259797"/>
                      <a:pt x="365578" y="325014"/>
                    </a:cubicBezTo>
                    <a:cubicBezTo>
                      <a:pt x="307509" y="393725"/>
                      <a:pt x="208439" y="417177"/>
                      <a:pt x="124629" y="382039"/>
                    </a:cubicBezTo>
                    <a:cubicBezTo>
                      <a:pt x="116517" y="378665"/>
                      <a:pt x="108405" y="375332"/>
                      <a:pt x="100253" y="371999"/>
                    </a:cubicBezTo>
                    <a:close/>
                  </a:path>
                </a:pathLst>
              </a:custGeom>
              <a:grpFill/>
              <a:ln w="4013" cap="flat">
                <a:noFill/>
                <a:prstDash val="solid"/>
                <a:miter/>
              </a:ln>
            </p:spPr>
            <p:txBody>
              <a:bodyPr rtlCol="0" anchor="ctr"/>
              <a:lstStyle/>
              <a:p>
                <a:endParaRPr lang="ko-KR" altLang="en-US"/>
              </a:p>
            </p:txBody>
          </p:sp>
          <p:pic>
            <p:nvPicPr>
              <p:cNvPr id="300" name="그래픽 299">
                <a:extLst>
                  <a:ext uri="{FF2B5EF4-FFF2-40B4-BE49-F238E27FC236}">
                    <a16:creationId xmlns:a16="http://schemas.microsoft.com/office/drawing/2014/main" id="{ACB06E90-69E1-492A-9F86-38694AB0B79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503288" y="3787974"/>
                <a:ext cx="3266449" cy="1901701"/>
              </a:xfrm>
              <a:prstGeom prst="rect">
                <a:avLst/>
              </a:prstGeom>
            </p:spPr>
          </p:pic>
          <p:sp>
            <p:nvSpPr>
              <p:cNvPr id="301" name="사각형: 둥근 모서리 300">
                <a:extLst>
                  <a:ext uri="{FF2B5EF4-FFF2-40B4-BE49-F238E27FC236}">
                    <a16:creationId xmlns:a16="http://schemas.microsoft.com/office/drawing/2014/main" id="{04A9AEBF-A286-4ECA-B0BF-5130CBA25911}"/>
                  </a:ext>
                </a:extLst>
              </p:cNvPr>
              <p:cNvSpPr/>
              <p:nvPr/>
            </p:nvSpPr>
            <p:spPr>
              <a:xfrm>
                <a:off x="8770217" y="4982461"/>
                <a:ext cx="102775" cy="67991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2" name="사각형: 둥근 모서리 301">
                <a:extLst>
                  <a:ext uri="{FF2B5EF4-FFF2-40B4-BE49-F238E27FC236}">
                    <a16:creationId xmlns:a16="http://schemas.microsoft.com/office/drawing/2014/main" id="{DADAA099-156D-4AD8-8785-86CE537EC226}"/>
                  </a:ext>
                </a:extLst>
              </p:cNvPr>
              <p:cNvSpPr/>
              <p:nvPr/>
            </p:nvSpPr>
            <p:spPr>
              <a:xfrm>
                <a:off x="9138405" y="4982461"/>
                <a:ext cx="102775" cy="67991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3" name="사각형: 둥근 모서리 302">
                <a:extLst>
                  <a:ext uri="{FF2B5EF4-FFF2-40B4-BE49-F238E27FC236}">
                    <a16:creationId xmlns:a16="http://schemas.microsoft.com/office/drawing/2014/main" id="{315A07F5-F9EA-4A72-95C3-5BA9D980B1BB}"/>
                  </a:ext>
                </a:extLst>
              </p:cNvPr>
              <p:cNvSpPr/>
              <p:nvPr/>
            </p:nvSpPr>
            <p:spPr>
              <a:xfrm>
                <a:off x="9506593" y="4982461"/>
                <a:ext cx="102775" cy="67991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4" name="사각형: 둥근 모서리 303">
                <a:extLst>
                  <a:ext uri="{FF2B5EF4-FFF2-40B4-BE49-F238E27FC236}">
                    <a16:creationId xmlns:a16="http://schemas.microsoft.com/office/drawing/2014/main" id="{4EF367D5-3276-42A5-9D20-80216BAD3165}"/>
                  </a:ext>
                </a:extLst>
              </p:cNvPr>
              <p:cNvSpPr/>
              <p:nvPr/>
            </p:nvSpPr>
            <p:spPr>
              <a:xfrm>
                <a:off x="9874782" y="4982461"/>
                <a:ext cx="102775" cy="67991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5" name="원형: 비어 있음 304">
                <a:extLst>
                  <a:ext uri="{FF2B5EF4-FFF2-40B4-BE49-F238E27FC236}">
                    <a16:creationId xmlns:a16="http://schemas.microsoft.com/office/drawing/2014/main" id="{1158CB67-29D3-4F4C-B8FC-642483D2CD8D}"/>
                  </a:ext>
                </a:extLst>
              </p:cNvPr>
              <p:cNvSpPr/>
              <p:nvPr/>
            </p:nvSpPr>
            <p:spPr>
              <a:xfrm>
                <a:off x="10380183" y="3166493"/>
                <a:ext cx="974778" cy="974778"/>
              </a:xfrm>
              <a:prstGeom prst="donut">
                <a:avLst>
                  <a:gd name="adj" fmla="val 957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306" name="타원 305">
                <a:extLst>
                  <a:ext uri="{FF2B5EF4-FFF2-40B4-BE49-F238E27FC236}">
                    <a16:creationId xmlns:a16="http://schemas.microsoft.com/office/drawing/2014/main" id="{010FB090-1BF7-4A9A-8C0B-46BFC8F911F0}"/>
                  </a:ext>
                </a:extLst>
              </p:cNvPr>
              <p:cNvSpPr/>
              <p:nvPr/>
            </p:nvSpPr>
            <p:spPr>
              <a:xfrm>
                <a:off x="10661395" y="3447705"/>
                <a:ext cx="412355" cy="4123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73" name="그룹 272">
              <a:extLst>
                <a:ext uri="{FF2B5EF4-FFF2-40B4-BE49-F238E27FC236}">
                  <a16:creationId xmlns:a16="http://schemas.microsoft.com/office/drawing/2014/main" id="{71AACB73-E441-48A5-8BFB-3D0DFA3566D4}"/>
                </a:ext>
              </a:extLst>
            </p:cNvPr>
            <p:cNvGrpSpPr/>
            <p:nvPr/>
          </p:nvGrpSpPr>
          <p:grpSpPr>
            <a:xfrm>
              <a:off x="6067775" y="3085024"/>
              <a:ext cx="974778" cy="1406682"/>
              <a:chOff x="11129302" y="4764444"/>
              <a:chExt cx="974778" cy="1406682"/>
            </a:xfrm>
          </p:grpSpPr>
          <p:sp>
            <p:nvSpPr>
              <p:cNvPr id="285" name="사각형: 둥근 모서리 284">
                <a:extLst>
                  <a:ext uri="{FF2B5EF4-FFF2-40B4-BE49-F238E27FC236}">
                    <a16:creationId xmlns:a16="http://schemas.microsoft.com/office/drawing/2014/main" id="{B8B61648-9959-4A18-A321-9F036244C464}"/>
                  </a:ext>
                </a:extLst>
              </p:cNvPr>
              <p:cNvSpPr/>
              <p:nvPr/>
            </p:nvSpPr>
            <p:spPr>
              <a:xfrm>
                <a:off x="11129302" y="4764444"/>
                <a:ext cx="974778" cy="1406682"/>
              </a:xfrm>
              <a:prstGeom prst="roundRect">
                <a:avLst>
                  <a:gd name="adj" fmla="val 7365"/>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6" name="자유형: 도형 285">
                <a:extLst>
                  <a:ext uri="{FF2B5EF4-FFF2-40B4-BE49-F238E27FC236}">
                    <a16:creationId xmlns:a16="http://schemas.microsoft.com/office/drawing/2014/main" id="{FD50F720-F2CD-42EE-9394-47BE658B2555}"/>
                  </a:ext>
                </a:extLst>
              </p:cNvPr>
              <p:cNvSpPr/>
              <p:nvPr/>
            </p:nvSpPr>
            <p:spPr>
              <a:xfrm>
                <a:off x="11615503" y="4764444"/>
                <a:ext cx="488577" cy="1406682"/>
              </a:xfrm>
              <a:custGeom>
                <a:avLst/>
                <a:gdLst>
                  <a:gd name="connsiteX0" fmla="*/ 0 w 488577"/>
                  <a:gd name="connsiteY0" fmla="*/ 0 h 1406682"/>
                  <a:gd name="connsiteX1" fmla="*/ 416785 w 488577"/>
                  <a:gd name="connsiteY1" fmla="*/ 0 h 1406682"/>
                  <a:gd name="connsiteX2" fmla="*/ 488577 w 488577"/>
                  <a:gd name="connsiteY2" fmla="*/ 71792 h 1406682"/>
                  <a:gd name="connsiteX3" fmla="*/ 488577 w 488577"/>
                  <a:gd name="connsiteY3" fmla="*/ 1334890 h 1406682"/>
                  <a:gd name="connsiteX4" fmla="*/ 416785 w 488577"/>
                  <a:gd name="connsiteY4" fmla="*/ 1406682 h 1406682"/>
                  <a:gd name="connsiteX5" fmla="*/ 0 w 488577"/>
                  <a:gd name="connsiteY5" fmla="*/ 1406682 h 1406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8577" h="1406682">
                    <a:moveTo>
                      <a:pt x="0" y="0"/>
                    </a:moveTo>
                    <a:lnTo>
                      <a:pt x="416785" y="0"/>
                    </a:lnTo>
                    <a:cubicBezTo>
                      <a:pt x="456435" y="0"/>
                      <a:pt x="488577" y="32142"/>
                      <a:pt x="488577" y="71792"/>
                    </a:cubicBezTo>
                    <a:lnTo>
                      <a:pt x="488577" y="1334890"/>
                    </a:lnTo>
                    <a:cubicBezTo>
                      <a:pt x="488577" y="1374540"/>
                      <a:pt x="456435" y="1406682"/>
                      <a:pt x="416785" y="1406682"/>
                    </a:cubicBezTo>
                    <a:lnTo>
                      <a:pt x="0" y="1406682"/>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
            <p:nvSpPr>
              <p:cNvPr id="287" name="자유형: 도형 286">
                <a:extLst>
                  <a:ext uri="{FF2B5EF4-FFF2-40B4-BE49-F238E27FC236}">
                    <a16:creationId xmlns:a16="http://schemas.microsoft.com/office/drawing/2014/main" id="{1650333D-EB06-4384-97A8-E48ADCC74085}"/>
                  </a:ext>
                </a:extLst>
              </p:cNvPr>
              <p:cNvSpPr/>
              <p:nvPr/>
            </p:nvSpPr>
            <p:spPr>
              <a:xfrm>
                <a:off x="11195996" y="4857792"/>
                <a:ext cx="830834" cy="337851"/>
              </a:xfrm>
              <a:custGeom>
                <a:avLst/>
                <a:gdLst>
                  <a:gd name="connsiteX0" fmla="*/ 807622 w 830834"/>
                  <a:gd name="connsiteY0" fmla="*/ 0 h 337851"/>
                  <a:gd name="connsiteX1" fmla="*/ 830833 w 830834"/>
                  <a:gd name="connsiteY1" fmla="*/ 40038 h 337851"/>
                  <a:gd name="connsiteX2" fmla="*/ 830552 w 830834"/>
                  <a:gd name="connsiteY2" fmla="*/ 293195 h 337851"/>
                  <a:gd name="connsiteX3" fmla="*/ 786057 w 830834"/>
                  <a:gd name="connsiteY3" fmla="*/ 336727 h 337851"/>
                  <a:gd name="connsiteX4" fmla="*/ 418167 w 830834"/>
                  <a:gd name="connsiteY4" fmla="*/ 337851 h 337851"/>
                  <a:gd name="connsiteX5" fmla="*/ 52647 w 830834"/>
                  <a:gd name="connsiteY5" fmla="*/ 336927 h 337851"/>
                  <a:gd name="connsiteX6" fmla="*/ 121 w 830834"/>
                  <a:gd name="connsiteY6" fmla="*/ 285766 h 337851"/>
                  <a:gd name="connsiteX7" fmla="*/ 121 w 830834"/>
                  <a:gd name="connsiteY7" fmla="*/ 46945 h 337851"/>
                  <a:gd name="connsiteX8" fmla="*/ 46985 w 830834"/>
                  <a:gd name="connsiteY8" fmla="*/ 361 h 337851"/>
                  <a:gd name="connsiteX9" fmla="*/ 772242 w 830834"/>
                  <a:gd name="connsiteY9" fmla="*/ 763 h 337851"/>
                  <a:gd name="connsiteX10" fmla="*/ 807622 w 830834"/>
                  <a:gd name="connsiteY10" fmla="*/ 0 h 33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30834" h="337851">
                    <a:moveTo>
                      <a:pt x="807622" y="0"/>
                    </a:moveTo>
                    <a:cubicBezTo>
                      <a:pt x="825733" y="7349"/>
                      <a:pt x="830914" y="21565"/>
                      <a:pt x="830833" y="40038"/>
                    </a:cubicBezTo>
                    <a:cubicBezTo>
                      <a:pt x="830472" y="124410"/>
                      <a:pt x="830873" y="208823"/>
                      <a:pt x="830552" y="293195"/>
                    </a:cubicBezTo>
                    <a:cubicBezTo>
                      <a:pt x="830432" y="326526"/>
                      <a:pt x="820151" y="336566"/>
                      <a:pt x="786057" y="336727"/>
                    </a:cubicBezTo>
                    <a:cubicBezTo>
                      <a:pt x="663414" y="337289"/>
                      <a:pt x="540811" y="337490"/>
                      <a:pt x="418167" y="337851"/>
                    </a:cubicBezTo>
                    <a:cubicBezTo>
                      <a:pt x="296328" y="337570"/>
                      <a:pt x="174488" y="337289"/>
                      <a:pt x="52647" y="336927"/>
                    </a:cubicBezTo>
                    <a:cubicBezTo>
                      <a:pt x="9397" y="336807"/>
                      <a:pt x="201" y="327972"/>
                      <a:pt x="121" y="285766"/>
                    </a:cubicBezTo>
                    <a:cubicBezTo>
                      <a:pt x="-40" y="206172"/>
                      <a:pt x="-40" y="126538"/>
                      <a:pt x="121" y="46945"/>
                    </a:cubicBezTo>
                    <a:cubicBezTo>
                      <a:pt x="201" y="8554"/>
                      <a:pt x="8473" y="361"/>
                      <a:pt x="46985" y="361"/>
                    </a:cubicBezTo>
                    <a:cubicBezTo>
                      <a:pt x="288738" y="442"/>
                      <a:pt x="530490" y="642"/>
                      <a:pt x="772242" y="763"/>
                    </a:cubicBezTo>
                    <a:cubicBezTo>
                      <a:pt x="784049" y="763"/>
                      <a:pt x="795815" y="241"/>
                      <a:pt x="807622" y="0"/>
                    </a:cubicBezTo>
                    <a:close/>
                  </a:path>
                </a:pathLst>
              </a:custGeom>
              <a:solidFill>
                <a:srgbClr val="FAFAFA"/>
              </a:solidFill>
              <a:ln w="4013" cap="flat">
                <a:noFill/>
                <a:prstDash val="solid"/>
                <a:miter/>
              </a:ln>
            </p:spPr>
            <p:txBody>
              <a:bodyPr rtlCol="0" anchor="ctr"/>
              <a:lstStyle/>
              <a:p>
                <a:endParaRPr lang="ko-KR" altLang="en-US"/>
              </a:p>
            </p:txBody>
          </p:sp>
          <p:sp>
            <p:nvSpPr>
              <p:cNvPr id="288" name="자유형: 도형 287">
                <a:extLst>
                  <a:ext uri="{FF2B5EF4-FFF2-40B4-BE49-F238E27FC236}">
                    <a16:creationId xmlns:a16="http://schemas.microsoft.com/office/drawing/2014/main" id="{BCD3D426-C774-43CF-8379-665D096D1A84}"/>
                  </a:ext>
                </a:extLst>
              </p:cNvPr>
              <p:cNvSpPr/>
              <p:nvPr/>
            </p:nvSpPr>
            <p:spPr>
              <a:xfrm rot="8100000">
                <a:off x="11653410" y="4868899"/>
                <a:ext cx="316832" cy="315634"/>
              </a:xfrm>
              <a:custGeom>
                <a:avLst/>
                <a:gdLst>
                  <a:gd name="connsiteX0" fmla="*/ 1237794 w 1325344"/>
                  <a:gd name="connsiteY0" fmla="*/ 749543 h 1320328"/>
                  <a:gd name="connsiteX1" fmla="*/ 1061075 w 1325344"/>
                  <a:gd name="connsiteY1" fmla="*/ 572824 h 1320328"/>
                  <a:gd name="connsiteX2" fmla="*/ 1061075 w 1325344"/>
                  <a:gd name="connsiteY2" fmla="*/ 485767 h 1320328"/>
                  <a:gd name="connsiteX3" fmla="*/ 1150736 w 1325344"/>
                  <a:gd name="connsiteY3" fmla="*/ 485766 h 1320328"/>
                  <a:gd name="connsiteX4" fmla="*/ 1325343 w 1325344"/>
                  <a:gd name="connsiteY4" fmla="*/ 660374 h 1320328"/>
                  <a:gd name="connsiteX5" fmla="*/ 1325344 w 1325344"/>
                  <a:gd name="connsiteY5" fmla="*/ 749542 h 1320328"/>
                  <a:gd name="connsiteX6" fmla="*/ 747433 w 1325344"/>
                  <a:gd name="connsiteY6" fmla="*/ 263777 h 1320328"/>
                  <a:gd name="connsiteX7" fmla="*/ 570714 w 1325344"/>
                  <a:gd name="connsiteY7" fmla="*/ 87058 h 1320328"/>
                  <a:gd name="connsiteX8" fmla="*/ 570714 w 1325344"/>
                  <a:gd name="connsiteY8" fmla="*/ 0 h 1320328"/>
                  <a:gd name="connsiteX9" fmla="*/ 660375 w 1325344"/>
                  <a:gd name="connsiteY9" fmla="*/ 0 h 1320328"/>
                  <a:gd name="connsiteX10" fmla="*/ 834983 w 1325344"/>
                  <a:gd name="connsiteY10" fmla="*/ 174608 h 1320328"/>
                  <a:gd name="connsiteX11" fmla="*/ 834983 w 1325344"/>
                  <a:gd name="connsiteY11" fmla="*/ 263776 h 1320328"/>
                  <a:gd name="connsiteX12" fmla="*/ 572210 w 1325344"/>
                  <a:gd name="connsiteY12" fmla="*/ 542717 h 1320328"/>
                  <a:gd name="connsiteX13" fmla="*/ 572210 w 1325344"/>
                  <a:gd name="connsiteY13" fmla="*/ 455167 h 1320328"/>
                  <a:gd name="connsiteX14" fmla="*/ 748929 w 1325344"/>
                  <a:gd name="connsiteY14" fmla="*/ 278448 h 1320328"/>
                  <a:gd name="connsiteX15" fmla="*/ 835986 w 1325344"/>
                  <a:gd name="connsiteY15" fmla="*/ 278448 h 1320328"/>
                  <a:gd name="connsiteX16" fmla="*/ 835986 w 1325344"/>
                  <a:gd name="connsiteY16" fmla="*/ 368110 h 1320328"/>
                  <a:gd name="connsiteX17" fmla="*/ 661379 w 1325344"/>
                  <a:gd name="connsiteY17" fmla="*/ 542717 h 1320328"/>
                  <a:gd name="connsiteX18" fmla="*/ 778914 w 1325344"/>
                  <a:gd name="connsiteY18" fmla="*/ 752324 h 1320328"/>
                  <a:gd name="connsiteX19" fmla="*/ 778914 w 1325344"/>
                  <a:gd name="connsiteY19" fmla="*/ 664774 h 1320328"/>
                  <a:gd name="connsiteX20" fmla="*/ 955633 w 1325344"/>
                  <a:gd name="connsiteY20" fmla="*/ 488056 h 1320328"/>
                  <a:gd name="connsiteX21" fmla="*/ 1042690 w 1325344"/>
                  <a:gd name="connsiteY21" fmla="*/ 488056 h 1320328"/>
                  <a:gd name="connsiteX22" fmla="*/ 1042690 w 1325344"/>
                  <a:gd name="connsiteY22" fmla="*/ 577717 h 1320328"/>
                  <a:gd name="connsiteX23" fmla="*/ 868083 w 1325344"/>
                  <a:gd name="connsiteY23" fmla="*/ 752325 h 1320328"/>
                  <a:gd name="connsiteX24" fmla="*/ 288553 w 1325344"/>
                  <a:gd name="connsiteY24" fmla="*/ 266558 h 1320328"/>
                  <a:gd name="connsiteX25" fmla="*/ 288553 w 1325344"/>
                  <a:gd name="connsiteY25" fmla="*/ 179008 h 1320328"/>
                  <a:gd name="connsiteX26" fmla="*/ 465272 w 1325344"/>
                  <a:gd name="connsiteY26" fmla="*/ 2290 h 1320328"/>
                  <a:gd name="connsiteX27" fmla="*/ 552330 w 1325344"/>
                  <a:gd name="connsiteY27" fmla="*/ 2290 h 1320328"/>
                  <a:gd name="connsiteX28" fmla="*/ 552329 w 1325344"/>
                  <a:gd name="connsiteY28" fmla="*/ 91951 h 1320328"/>
                  <a:gd name="connsiteX29" fmla="*/ 377722 w 1325344"/>
                  <a:gd name="connsiteY29" fmla="*/ 266558 h 1320328"/>
                  <a:gd name="connsiteX30" fmla="*/ 952478 w 1325344"/>
                  <a:gd name="connsiteY30" fmla="*/ 1034930 h 1320328"/>
                  <a:gd name="connsiteX31" fmla="*/ 775759 w 1325344"/>
                  <a:gd name="connsiteY31" fmla="*/ 858211 h 1320328"/>
                  <a:gd name="connsiteX32" fmla="*/ 775759 w 1325344"/>
                  <a:gd name="connsiteY32" fmla="*/ 771153 h 1320328"/>
                  <a:gd name="connsiteX33" fmla="*/ 865420 w 1325344"/>
                  <a:gd name="connsiteY33" fmla="*/ 771153 h 1320328"/>
                  <a:gd name="connsiteX34" fmla="*/ 1040027 w 1325344"/>
                  <a:gd name="connsiteY34" fmla="*/ 945761 h 1320328"/>
                  <a:gd name="connsiteX35" fmla="*/ 1040028 w 1325344"/>
                  <a:gd name="connsiteY35" fmla="*/ 1034929 h 1320328"/>
                  <a:gd name="connsiteX36" fmla="*/ 286894 w 1325344"/>
                  <a:gd name="connsiteY36" fmla="*/ 828104 h 1320328"/>
                  <a:gd name="connsiteX37" fmla="*/ 286894 w 1325344"/>
                  <a:gd name="connsiteY37" fmla="*/ 740554 h 1320328"/>
                  <a:gd name="connsiteX38" fmla="*/ 463613 w 1325344"/>
                  <a:gd name="connsiteY38" fmla="*/ 563835 h 1320328"/>
                  <a:gd name="connsiteX39" fmla="*/ 550670 w 1325344"/>
                  <a:gd name="connsiteY39" fmla="*/ 563835 h 1320328"/>
                  <a:gd name="connsiteX40" fmla="*/ 550670 w 1325344"/>
                  <a:gd name="connsiteY40" fmla="*/ 653496 h 1320328"/>
                  <a:gd name="connsiteX41" fmla="*/ 376063 w 1325344"/>
                  <a:gd name="connsiteY41" fmla="*/ 828104 h 1320328"/>
                  <a:gd name="connsiteX42" fmla="*/ 493598 w 1325344"/>
                  <a:gd name="connsiteY42" fmla="*/ 1037711 h 1320328"/>
                  <a:gd name="connsiteX43" fmla="*/ 493598 w 1325344"/>
                  <a:gd name="connsiteY43" fmla="*/ 950161 h 1320328"/>
                  <a:gd name="connsiteX44" fmla="*/ 670317 w 1325344"/>
                  <a:gd name="connsiteY44" fmla="*/ 773443 h 1320328"/>
                  <a:gd name="connsiteX45" fmla="*/ 757374 w 1325344"/>
                  <a:gd name="connsiteY45" fmla="*/ 773443 h 1320328"/>
                  <a:gd name="connsiteX46" fmla="*/ 757374 w 1325344"/>
                  <a:gd name="connsiteY46" fmla="*/ 863104 h 1320328"/>
                  <a:gd name="connsiteX47" fmla="*/ 582767 w 1325344"/>
                  <a:gd name="connsiteY47" fmla="*/ 1037711 h 1320328"/>
                  <a:gd name="connsiteX48" fmla="*/ 772832 w 1325344"/>
                  <a:gd name="connsiteY48" fmla="*/ 1316945 h 1320328"/>
                  <a:gd name="connsiteX49" fmla="*/ 772832 w 1325344"/>
                  <a:gd name="connsiteY49" fmla="*/ 1229395 h 1320328"/>
                  <a:gd name="connsiteX50" fmla="*/ 949550 w 1325344"/>
                  <a:gd name="connsiteY50" fmla="*/ 1052676 h 1320328"/>
                  <a:gd name="connsiteX51" fmla="*/ 1036608 w 1325344"/>
                  <a:gd name="connsiteY51" fmla="*/ 1052676 h 1320328"/>
                  <a:gd name="connsiteX52" fmla="*/ 1036608 w 1325344"/>
                  <a:gd name="connsiteY52" fmla="*/ 1142338 h 1320328"/>
                  <a:gd name="connsiteX53" fmla="*/ 862000 w 1325344"/>
                  <a:gd name="connsiteY53" fmla="*/ 1316945 h 1320328"/>
                  <a:gd name="connsiteX54" fmla="*/ 3237 w 1325344"/>
                  <a:gd name="connsiteY54" fmla="*/ 551945 h 1320328"/>
                  <a:gd name="connsiteX55" fmla="*/ 3237 w 1325344"/>
                  <a:gd name="connsiteY55" fmla="*/ 464395 h 1320328"/>
                  <a:gd name="connsiteX56" fmla="*/ 179956 w 1325344"/>
                  <a:gd name="connsiteY56" fmla="*/ 287677 h 1320328"/>
                  <a:gd name="connsiteX57" fmla="*/ 267013 w 1325344"/>
                  <a:gd name="connsiteY57" fmla="*/ 287677 h 1320328"/>
                  <a:gd name="connsiteX58" fmla="*/ 267013 w 1325344"/>
                  <a:gd name="connsiteY58" fmla="*/ 377338 h 1320328"/>
                  <a:gd name="connsiteX59" fmla="*/ 92406 w 1325344"/>
                  <a:gd name="connsiteY59" fmla="*/ 551945 h 1320328"/>
                  <a:gd name="connsiteX60" fmla="*/ 667080 w 1325344"/>
                  <a:gd name="connsiteY60" fmla="*/ 1320328 h 1320328"/>
                  <a:gd name="connsiteX61" fmla="*/ 490361 w 1325344"/>
                  <a:gd name="connsiteY61" fmla="*/ 1143609 h 1320328"/>
                  <a:gd name="connsiteX62" fmla="*/ 490361 w 1325344"/>
                  <a:gd name="connsiteY62" fmla="*/ 1056552 h 1320328"/>
                  <a:gd name="connsiteX63" fmla="*/ 580022 w 1325344"/>
                  <a:gd name="connsiteY63" fmla="*/ 1056551 h 1320328"/>
                  <a:gd name="connsiteX64" fmla="*/ 754629 w 1325344"/>
                  <a:gd name="connsiteY64" fmla="*/ 1231159 h 1320328"/>
                  <a:gd name="connsiteX65" fmla="*/ 754629 w 1325344"/>
                  <a:gd name="connsiteY65" fmla="*/ 1320328 h 1320328"/>
                  <a:gd name="connsiteX66" fmla="*/ 176719 w 1325344"/>
                  <a:gd name="connsiteY66" fmla="*/ 834562 h 1320328"/>
                  <a:gd name="connsiteX67" fmla="*/ 0 w 1325344"/>
                  <a:gd name="connsiteY67" fmla="*/ 657843 h 1320328"/>
                  <a:gd name="connsiteX68" fmla="*/ 0 w 1325344"/>
                  <a:gd name="connsiteY68" fmla="*/ 570785 h 1320328"/>
                  <a:gd name="connsiteX69" fmla="*/ 89661 w 1325344"/>
                  <a:gd name="connsiteY69" fmla="*/ 570785 h 1320328"/>
                  <a:gd name="connsiteX70" fmla="*/ 264268 w 1325344"/>
                  <a:gd name="connsiteY70" fmla="*/ 745393 h 1320328"/>
                  <a:gd name="connsiteX71" fmla="*/ 264269 w 1325344"/>
                  <a:gd name="connsiteY71" fmla="*/ 834561 h 1320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1325344" h="1320328">
                    <a:moveTo>
                      <a:pt x="1237794" y="749543"/>
                    </a:moveTo>
                    <a:lnTo>
                      <a:pt x="1061075" y="572824"/>
                    </a:lnTo>
                    <a:lnTo>
                      <a:pt x="1061075" y="485767"/>
                    </a:lnTo>
                    <a:lnTo>
                      <a:pt x="1150736" y="485766"/>
                    </a:lnTo>
                    <a:lnTo>
                      <a:pt x="1325343" y="660374"/>
                    </a:lnTo>
                    <a:lnTo>
                      <a:pt x="1325344" y="749542"/>
                    </a:lnTo>
                    <a:close/>
                    <a:moveTo>
                      <a:pt x="747433" y="263777"/>
                    </a:moveTo>
                    <a:lnTo>
                      <a:pt x="570714" y="87058"/>
                    </a:lnTo>
                    <a:lnTo>
                      <a:pt x="570714" y="0"/>
                    </a:lnTo>
                    <a:lnTo>
                      <a:pt x="660375" y="0"/>
                    </a:lnTo>
                    <a:lnTo>
                      <a:pt x="834983" y="174608"/>
                    </a:lnTo>
                    <a:lnTo>
                      <a:pt x="834983" y="263776"/>
                    </a:lnTo>
                    <a:close/>
                    <a:moveTo>
                      <a:pt x="572210" y="542717"/>
                    </a:moveTo>
                    <a:lnTo>
                      <a:pt x="572210" y="455167"/>
                    </a:lnTo>
                    <a:lnTo>
                      <a:pt x="748929" y="278448"/>
                    </a:lnTo>
                    <a:lnTo>
                      <a:pt x="835986" y="278448"/>
                    </a:lnTo>
                    <a:lnTo>
                      <a:pt x="835986" y="368110"/>
                    </a:lnTo>
                    <a:lnTo>
                      <a:pt x="661379" y="542717"/>
                    </a:lnTo>
                    <a:close/>
                    <a:moveTo>
                      <a:pt x="778914" y="752324"/>
                    </a:moveTo>
                    <a:lnTo>
                      <a:pt x="778914" y="664774"/>
                    </a:lnTo>
                    <a:lnTo>
                      <a:pt x="955633" y="488056"/>
                    </a:lnTo>
                    <a:lnTo>
                      <a:pt x="1042690" y="488056"/>
                    </a:lnTo>
                    <a:lnTo>
                      <a:pt x="1042690" y="577717"/>
                    </a:lnTo>
                    <a:lnTo>
                      <a:pt x="868083" y="752325"/>
                    </a:lnTo>
                    <a:close/>
                    <a:moveTo>
                      <a:pt x="288553" y="266558"/>
                    </a:moveTo>
                    <a:lnTo>
                      <a:pt x="288553" y="179008"/>
                    </a:lnTo>
                    <a:lnTo>
                      <a:pt x="465272" y="2290"/>
                    </a:lnTo>
                    <a:lnTo>
                      <a:pt x="552330" y="2290"/>
                    </a:lnTo>
                    <a:lnTo>
                      <a:pt x="552329" y="91951"/>
                    </a:lnTo>
                    <a:lnTo>
                      <a:pt x="377722" y="266558"/>
                    </a:lnTo>
                    <a:close/>
                    <a:moveTo>
                      <a:pt x="952478" y="1034930"/>
                    </a:moveTo>
                    <a:lnTo>
                      <a:pt x="775759" y="858211"/>
                    </a:lnTo>
                    <a:lnTo>
                      <a:pt x="775759" y="771153"/>
                    </a:lnTo>
                    <a:lnTo>
                      <a:pt x="865420" y="771153"/>
                    </a:lnTo>
                    <a:lnTo>
                      <a:pt x="1040027" y="945761"/>
                    </a:lnTo>
                    <a:lnTo>
                      <a:pt x="1040028" y="1034929"/>
                    </a:lnTo>
                    <a:close/>
                    <a:moveTo>
                      <a:pt x="286894" y="828104"/>
                    </a:moveTo>
                    <a:lnTo>
                      <a:pt x="286894" y="740554"/>
                    </a:lnTo>
                    <a:lnTo>
                      <a:pt x="463613" y="563835"/>
                    </a:lnTo>
                    <a:lnTo>
                      <a:pt x="550670" y="563835"/>
                    </a:lnTo>
                    <a:lnTo>
                      <a:pt x="550670" y="653496"/>
                    </a:lnTo>
                    <a:lnTo>
                      <a:pt x="376063" y="828104"/>
                    </a:lnTo>
                    <a:close/>
                    <a:moveTo>
                      <a:pt x="493598" y="1037711"/>
                    </a:moveTo>
                    <a:lnTo>
                      <a:pt x="493598" y="950161"/>
                    </a:lnTo>
                    <a:lnTo>
                      <a:pt x="670317" y="773443"/>
                    </a:lnTo>
                    <a:lnTo>
                      <a:pt x="757374" y="773443"/>
                    </a:lnTo>
                    <a:lnTo>
                      <a:pt x="757374" y="863104"/>
                    </a:lnTo>
                    <a:lnTo>
                      <a:pt x="582767" y="1037711"/>
                    </a:lnTo>
                    <a:close/>
                    <a:moveTo>
                      <a:pt x="772832" y="1316945"/>
                    </a:moveTo>
                    <a:lnTo>
                      <a:pt x="772832" y="1229395"/>
                    </a:lnTo>
                    <a:lnTo>
                      <a:pt x="949550" y="1052676"/>
                    </a:lnTo>
                    <a:lnTo>
                      <a:pt x="1036608" y="1052676"/>
                    </a:lnTo>
                    <a:lnTo>
                      <a:pt x="1036608" y="1142338"/>
                    </a:lnTo>
                    <a:lnTo>
                      <a:pt x="862000" y="1316945"/>
                    </a:lnTo>
                    <a:close/>
                    <a:moveTo>
                      <a:pt x="3237" y="551945"/>
                    </a:moveTo>
                    <a:lnTo>
                      <a:pt x="3237" y="464395"/>
                    </a:lnTo>
                    <a:lnTo>
                      <a:pt x="179956" y="287677"/>
                    </a:lnTo>
                    <a:lnTo>
                      <a:pt x="267013" y="287677"/>
                    </a:lnTo>
                    <a:lnTo>
                      <a:pt x="267013" y="377338"/>
                    </a:lnTo>
                    <a:lnTo>
                      <a:pt x="92406" y="551945"/>
                    </a:lnTo>
                    <a:close/>
                    <a:moveTo>
                      <a:pt x="667080" y="1320328"/>
                    </a:moveTo>
                    <a:lnTo>
                      <a:pt x="490361" y="1143609"/>
                    </a:lnTo>
                    <a:lnTo>
                      <a:pt x="490361" y="1056552"/>
                    </a:lnTo>
                    <a:lnTo>
                      <a:pt x="580022" y="1056551"/>
                    </a:lnTo>
                    <a:lnTo>
                      <a:pt x="754629" y="1231159"/>
                    </a:lnTo>
                    <a:lnTo>
                      <a:pt x="754629" y="1320328"/>
                    </a:lnTo>
                    <a:close/>
                    <a:moveTo>
                      <a:pt x="176719" y="834562"/>
                    </a:moveTo>
                    <a:lnTo>
                      <a:pt x="0" y="657843"/>
                    </a:lnTo>
                    <a:lnTo>
                      <a:pt x="0" y="570785"/>
                    </a:lnTo>
                    <a:lnTo>
                      <a:pt x="89661" y="570785"/>
                    </a:lnTo>
                    <a:lnTo>
                      <a:pt x="264268" y="745393"/>
                    </a:lnTo>
                    <a:lnTo>
                      <a:pt x="264269" y="834561"/>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dirty="0">
                  <a:solidFill>
                    <a:schemeClr val="tx1"/>
                  </a:solidFill>
                </a:endParaRPr>
              </a:p>
            </p:txBody>
          </p:sp>
          <p:grpSp>
            <p:nvGrpSpPr>
              <p:cNvPr id="289" name="그룹 288">
                <a:extLst>
                  <a:ext uri="{FF2B5EF4-FFF2-40B4-BE49-F238E27FC236}">
                    <a16:creationId xmlns:a16="http://schemas.microsoft.com/office/drawing/2014/main" id="{12269AE1-99C4-4C01-8BF6-CF059291000B}"/>
                  </a:ext>
                </a:extLst>
              </p:cNvPr>
              <p:cNvGrpSpPr/>
              <p:nvPr/>
            </p:nvGrpSpPr>
            <p:grpSpPr>
              <a:xfrm>
                <a:off x="11223362" y="5276722"/>
                <a:ext cx="782368" cy="801120"/>
                <a:chOff x="11223362" y="5276722"/>
                <a:chExt cx="782368" cy="801120"/>
              </a:xfrm>
              <a:solidFill>
                <a:schemeClr val="bg1"/>
              </a:solidFill>
            </p:grpSpPr>
            <p:sp>
              <p:nvSpPr>
                <p:cNvPr id="290" name="사각형: 둥근 모서리 289">
                  <a:extLst>
                    <a:ext uri="{FF2B5EF4-FFF2-40B4-BE49-F238E27FC236}">
                      <a16:creationId xmlns:a16="http://schemas.microsoft.com/office/drawing/2014/main" id="{98A157F4-5C93-4604-A778-8D5E30EBC724}"/>
                    </a:ext>
                  </a:extLst>
                </p:cNvPr>
                <p:cNvSpPr/>
                <p:nvPr/>
              </p:nvSpPr>
              <p:spPr>
                <a:xfrm>
                  <a:off x="11223362" y="5276722"/>
                  <a:ext cx="208464" cy="208464"/>
                </a:xfrm>
                <a:prstGeom prst="roundRect">
                  <a:avLst>
                    <a:gd name="adj" fmla="val 1183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1" name="사각형: 둥근 모서리 290">
                  <a:extLst>
                    <a:ext uri="{FF2B5EF4-FFF2-40B4-BE49-F238E27FC236}">
                      <a16:creationId xmlns:a16="http://schemas.microsoft.com/office/drawing/2014/main" id="{1C718C33-D35A-40A3-AD17-8855070A1512}"/>
                    </a:ext>
                  </a:extLst>
                </p:cNvPr>
                <p:cNvSpPr/>
                <p:nvPr/>
              </p:nvSpPr>
              <p:spPr>
                <a:xfrm>
                  <a:off x="11223362" y="5573050"/>
                  <a:ext cx="208464" cy="208464"/>
                </a:xfrm>
                <a:prstGeom prst="roundRect">
                  <a:avLst>
                    <a:gd name="adj" fmla="val 1183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2" name="사각형: 둥근 모서리 291">
                  <a:extLst>
                    <a:ext uri="{FF2B5EF4-FFF2-40B4-BE49-F238E27FC236}">
                      <a16:creationId xmlns:a16="http://schemas.microsoft.com/office/drawing/2014/main" id="{38FE6A30-57AC-4639-8E5B-164DF4FADB82}"/>
                    </a:ext>
                  </a:extLst>
                </p:cNvPr>
                <p:cNvSpPr/>
                <p:nvPr/>
              </p:nvSpPr>
              <p:spPr>
                <a:xfrm>
                  <a:off x="11223362" y="5869378"/>
                  <a:ext cx="208464" cy="208464"/>
                </a:xfrm>
                <a:prstGeom prst="roundRect">
                  <a:avLst>
                    <a:gd name="adj" fmla="val 1183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3" name="사각형: 둥근 모서리 292">
                  <a:extLst>
                    <a:ext uri="{FF2B5EF4-FFF2-40B4-BE49-F238E27FC236}">
                      <a16:creationId xmlns:a16="http://schemas.microsoft.com/office/drawing/2014/main" id="{DB9293BC-B051-4DAB-BB2B-5FACB61F3E85}"/>
                    </a:ext>
                  </a:extLst>
                </p:cNvPr>
                <p:cNvSpPr/>
                <p:nvPr/>
              </p:nvSpPr>
              <p:spPr>
                <a:xfrm>
                  <a:off x="11510314" y="5276722"/>
                  <a:ext cx="208464" cy="208464"/>
                </a:xfrm>
                <a:prstGeom prst="roundRect">
                  <a:avLst>
                    <a:gd name="adj" fmla="val 1183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4" name="사각형: 둥근 모서리 293">
                  <a:extLst>
                    <a:ext uri="{FF2B5EF4-FFF2-40B4-BE49-F238E27FC236}">
                      <a16:creationId xmlns:a16="http://schemas.microsoft.com/office/drawing/2014/main" id="{9C20EEC4-EFE4-402C-AB28-638031B2DCA5}"/>
                    </a:ext>
                  </a:extLst>
                </p:cNvPr>
                <p:cNvSpPr/>
                <p:nvPr/>
              </p:nvSpPr>
              <p:spPr>
                <a:xfrm>
                  <a:off x="11510314" y="5573050"/>
                  <a:ext cx="208464" cy="208464"/>
                </a:xfrm>
                <a:prstGeom prst="roundRect">
                  <a:avLst>
                    <a:gd name="adj" fmla="val 1183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5" name="사각형: 둥근 모서리 294">
                  <a:extLst>
                    <a:ext uri="{FF2B5EF4-FFF2-40B4-BE49-F238E27FC236}">
                      <a16:creationId xmlns:a16="http://schemas.microsoft.com/office/drawing/2014/main" id="{6C20EF15-FE15-41D4-85A9-F119556B4B73}"/>
                    </a:ext>
                  </a:extLst>
                </p:cNvPr>
                <p:cNvSpPr/>
                <p:nvPr/>
              </p:nvSpPr>
              <p:spPr>
                <a:xfrm>
                  <a:off x="11510314" y="5869378"/>
                  <a:ext cx="208464" cy="208464"/>
                </a:xfrm>
                <a:prstGeom prst="roundRect">
                  <a:avLst>
                    <a:gd name="adj" fmla="val 1183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6" name="사각형: 둥근 모서리 295">
                  <a:extLst>
                    <a:ext uri="{FF2B5EF4-FFF2-40B4-BE49-F238E27FC236}">
                      <a16:creationId xmlns:a16="http://schemas.microsoft.com/office/drawing/2014/main" id="{6E5F137E-CA44-4706-87CE-9E64C690EA9C}"/>
                    </a:ext>
                  </a:extLst>
                </p:cNvPr>
                <p:cNvSpPr/>
                <p:nvPr/>
              </p:nvSpPr>
              <p:spPr>
                <a:xfrm>
                  <a:off x="11797266" y="5276722"/>
                  <a:ext cx="208464" cy="208464"/>
                </a:xfrm>
                <a:prstGeom prst="roundRect">
                  <a:avLst>
                    <a:gd name="adj" fmla="val 1183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7" name="사각형: 둥근 모서리 296">
                  <a:extLst>
                    <a:ext uri="{FF2B5EF4-FFF2-40B4-BE49-F238E27FC236}">
                      <a16:creationId xmlns:a16="http://schemas.microsoft.com/office/drawing/2014/main" id="{1E97C826-1884-4949-AFE8-2940D007DA30}"/>
                    </a:ext>
                  </a:extLst>
                </p:cNvPr>
                <p:cNvSpPr/>
                <p:nvPr/>
              </p:nvSpPr>
              <p:spPr>
                <a:xfrm>
                  <a:off x="11797266" y="5573050"/>
                  <a:ext cx="208464" cy="208464"/>
                </a:xfrm>
                <a:prstGeom prst="roundRect">
                  <a:avLst>
                    <a:gd name="adj" fmla="val 1183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8" name="사각형: 둥근 모서리 297">
                  <a:extLst>
                    <a:ext uri="{FF2B5EF4-FFF2-40B4-BE49-F238E27FC236}">
                      <a16:creationId xmlns:a16="http://schemas.microsoft.com/office/drawing/2014/main" id="{C39CA66E-365F-4B0A-8C6C-FCC1BB1D168B}"/>
                    </a:ext>
                  </a:extLst>
                </p:cNvPr>
                <p:cNvSpPr/>
                <p:nvPr/>
              </p:nvSpPr>
              <p:spPr>
                <a:xfrm>
                  <a:off x="11797266" y="5869378"/>
                  <a:ext cx="208464" cy="208464"/>
                </a:xfrm>
                <a:prstGeom prst="roundRect">
                  <a:avLst>
                    <a:gd name="adj" fmla="val 1183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274" name="그룹 273">
              <a:extLst>
                <a:ext uri="{FF2B5EF4-FFF2-40B4-BE49-F238E27FC236}">
                  <a16:creationId xmlns:a16="http://schemas.microsoft.com/office/drawing/2014/main" id="{3CB5F20C-AE11-466D-9B85-5BD42447EE75}"/>
                </a:ext>
              </a:extLst>
            </p:cNvPr>
            <p:cNvGrpSpPr/>
            <p:nvPr/>
          </p:nvGrpSpPr>
          <p:grpSpPr>
            <a:xfrm>
              <a:off x="468217" y="2175202"/>
              <a:ext cx="2124456" cy="2876386"/>
              <a:chOff x="5529744" y="3854622"/>
              <a:chExt cx="2124456" cy="2876386"/>
            </a:xfrm>
          </p:grpSpPr>
          <p:sp>
            <p:nvSpPr>
              <p:cNvPr id="281" name="자유형: 도형 280">
                <a:extLst>
                  <a:ext uri="{FF2B5EF4-FFF2-40B4-BE49-F238E27FC236}">
                    <a16:creationId xmlns:a16="http://schemas.microsoft.com/office/drawing/2014/main" id="{8A8AF811-E602-4159-9E8E-0F931488C808}"/>
                  </a:ext>
                </a:extLst>
              </p:cNvPr>
              <p:cNvSpPr/>
              <p:nvPr/>
            </p:nvSpPr>
            <p:spPr>
              <a:xfrm>
                <a:off x="5600611" y="3979773"/>
                <a:ext cx="2053589" cy="2751235"/>
              </a:xfrm>
              <a:custGeom>
                <a:avLst/>
                <a:gdLst>
                  <a:gd name="connsiteX0" fmla="*/ 1575951 w 2053589"/>
                  <a:gd name="connsiteY0" fmla="*/ 0 h 2751235"/>
                  <a:gd name="connsiteX1" fmla="*/ 1724335 w 2053589"/>
                  <a:gd name="connsiteY1" fmla="*/ 88991 h 2751235"/>
                  <a:gd name="connsiteX2" fmla="*/ 1971429 w 2053589"/>
                  <a:gd name="connsiteY2" fmla="*/ 418128 h 2751235"/>
                  <a:gd name="connsiteX3" fmla="*/ 2053512 w 2053589"/>
                  <a:gd name="connsiteY3" fmla="*/ 809911 h 2751235"/>
                  <a:gd name="connsiteX4" fmla="*/ 1880791 w 2053589"/>
                  <a:gd name="connsiteY4" fmla="*/ 1342329 h 2751235"/>
                  <a:gd name="connsiteX5" fmla="*/ 1726664 w 2053589"/>
                  <a:gd name="connsiteY5" fmla="*/ 1511917 h 2751235"/>
                  <a:gd name="connsiteX6" fmla="*/ 1385842 w 2053589"/>
                  <a:gd name="connsiteY6" fmla="*/ 1685963 h 2751235"/>
                  <a:gd name="connsiteX7" fmla="*/ 1055139 w 2053589"/>
                  <a:gd name="connsiteY7" fmla="*/ 1724595 h 2751235"/>
                  <a:gd name="connsiteX8" fmla="*/ 802785 w 2053589"/>
                  <a:gd name="connsiteY8" fmla="*/ 1672188 h 2751235"/>
                  <a:gd name="connsiteX9" fmla="*/ 773509 w 2053589"/>
                  <a:gd name="connsiteY9" fmla="*/ 1685481 h 2751235"/>
                  <a:gd name="connsiteX10" fmla="*/ 204548 w 2053589"/>
                  <a:gd name="connsiteY10" fmla="*/ 2670080 h 2751235"/>
                  <a:gd name="connsiteX11" fmla="*/ 62 w 2053589"/>
                  <a:gd name="connsiteY11" fmla="*/ 2731602 h 2751235"/>
                  <a:gd name="connsiteX12" fmla="*/ 699056 w 2053589"/>
                  <a:gd name="connsiteY12" fmla="*/ 1496657 h 2751235"/>
                  <a:gd name="connsiteX13" fmla="*/ 1575951 w 2053589"/>
                  <a:gd name="connsiteY13" fmla="*/ 0 h 2751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53589" h="2751235">
                    <a:moveTo>
                      <a:pt x="1575951" y="0"/>
                    </a:moveTo>
                    <a:cubicBezTo>
                      <a:pt x="1577677" y="-200"/>
                      <a:pt x="1690482" y="63089"/>
                      <a:pt x="1724335" y="88991"/>
                    </a:cubicBezTo>
                    <a:cubicBezTo>
                      <a:pt x="1834971" y="177460"/>
                      <a:pt x="1913320" y="290505"/>
                      <a:pt x="1971429" y="418128"/>
                    </a:cubicBezTo>
                    <a:cubicBezTo>
                      <a:pt x="2027971" y="542337"/>
                      <a:pt x="2055239" y="673494"/>
                      <a:pt x="2053512" y="809911"/>
                    </a:cubicBezTo>
                    <a:cubicBezTo>
                      <a:pt x="2051062" y="1005000"/>
                      <a:pt x="1993034" y="1182539"/>
                      <a:pt x="1880791" y="1342329"/>
                    </a:cubicBezTo>
                    <a:cubicBezTo>
                      <a:pt x="1836497" y="1405377"/>
                      <a:pt x="1785376" y="1462040"/>
                      <a:pt x="1726664" y="1511917"/>
                    </a:cubicBezTo>
                    <a:cubicBezTo>
                      <a:pt x="1641770" y="1580387"/>
                      <a:pt x="1454191" y="1666365"/>
                      <a:pt x="1385842" y="1685963"/>
                    </a:cubicBezTo>
                    <a:cubicBezTo>
                      <a:pt x="1277655" y="1717005"/>
                      <a:pt x="1168425" y="1733791"/>
                      <a:pt x="1055139" y="1724595"/>
                    </a:cubicBezTo>
                    <a:cubicBezTo>
                      <a:pt x="968477" y="1717567"/>
                      <a:pt x="884065" y="1702749"/>
                      <a:pt x="802785" y="1672188"/>
                    </a:cubicBezTo>
                    <a:cubicBezTo>
                      <a:pt x="785717" y="1665763"/>
                      <a:pt x="780577" y="1673232"/>
                      <a:pt x="773509" y="1685481"/>
                    </a:cubicBezTo>
                    <a:cubicBezTo>
                      <a:pt x="665203" y="1873582"/>
                      <a:pt x="286471" y="2530289"/>
                      <a:pt x="204548" y="2670080"/>
                    </a:cubicBezTo>
                    <a:cubicBezTo>
                      <a:pt x="158286" y="2749031"/>
                      <a:pt x="77929" y="2772162"/>
                      <a:pt x="62" y="2731602"/>
                    </a:cubicBezTo>
                    <a:cubicBezTo>
                      <a:pt x="-6925" y="2714414"/>
                      <a:pt x="575971" y="1710178"/>
                      <a:pt x="699056" y="1496657"/>
                    </a:cubicBezTo>
                    <a:cubicBezTo>
                      <a:pt x="707288" y="1482361"/>
                      <a:pt x="1537118" y="31966"/>
                      <a:pt x="1575951" y="0"/>
                    </a:cubicBezTo>
                    <a:close/>
                  </a:path>
                </a:pathLst>
              </a:custGeom>
              <a:solidFill>
                <a:srgbClr val="32618B"/>
              </a:solidFill>
              <a:ln w="4013" cap="flat">
                <a:noFill/>
                <a:prstDash val="solid"/>
                <a:miter/>
              </a:ln>
            </p:spPr>
            <p:txBody>
              <a:bodyPr rtlCol="0" anchor="ctr"/>
              <a:lstStyle/>
              <a:p>
                <a:endParaRPr lang="ko-KR" altLang="en-US"/>
              </a:p>
            </p:txBody>
          </p:sp>
          <p:sp>
            <p:nvSpPr>
              <p:cNvPr id="282" name="자유형: 도형 281">
                <a:extLst>
                  <a:ext uri="{FF2B5EF4-FFF2-40B4-BE49-F238E27FC236}">
                    <a16:creationId xmlns:a16="http://schemas.microsoft.com/office/drawing/2014/main" id="{CA1E2644-DA1A-415C-9D37-ACCF2CC1C126}"/>
                  </a:ext>
                </a:extLst>
              </p:cNvPr>
              <p:cNvSpPr/>
              <p:nvPr/>
            </p:nvSpPr>
            <p:spPr>
              <a:xfrm>
                <a:off x="5529744" y="3854622"/>
                <a:ext cx="1646816" cy="2856752"/>
              </a:xfrm>
              <a:custGeom>
                <a:avLst/>
                <a:gdLst>
                  <a:gd name="connsiteX0" fmla="*/ 1646817 w 1646816"/>
                  <a:gd name="connsiteY0" fmla="*/ 125151 h 2856752"/>
                  <a:gd name="connsiteX1" fmla="*/ 70928 w 1646816"/>
                  <a:gd name="connsiteY1" fmla="*/ 2856753 h 2856752"/>
                  <a:gd name="connsiteX2" fmla="*/ 23100 w 1646816"/>
                  <a:gd name="connsiteY2" fmla="*/ 2643111 h 2856752"/>
                  <a:gd name="connsiteX3" fmla="*/ 588327 w 1646816"/>
                  <a:gd name="connsiteY3" fmla="*/ 1666544 h 2856752"/>
                  <a:gd name="connsiteX4" fmla="*/ 582062 w 1646816"/>
                  <a:gd name="connsiteY4" fmla="*/ 1624980 h 2856752"/>
                  <a:gd name="connsiteX5" fmla="*/ 328383 w 1646816"/>
                  <a:gd name="connsiteY5" fmla="*/ 1272351 h 2856752"/>
                  <a:gd name="connsiteX6" fmla="*/ 260796 w 1646816"/>
                  <a:gd name="connsiteY6" fmla="*/ 880929 h 2856752"/>
                  <a:gd name="connsiteX7" fmla="*/ 485602 w 1646816"/>
                  <a:gd name="connsiteY7" fmla="*/ 320481 h 2856752"/>
                  <a:gd name="connsiteX8" fmla="*/ 1066290 w 1646816"/>
                  <a:gd name="connsiteY8" fmla="*/ 8652 h 2856752"/>
                  <a:gd name="connsiteX9" fmla="*/ 1646817 w 1646816"/>
                  <a:gd name="connsiteY9" fmla="*/ 125151 h 2856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46816" h="2856752">
                    <a:moveTo>
                      <a:pt x="1646817" y="125151"/>
                    </a:moveTo>
                    <a:cubicBezTo>
                      <a:pt x="1624569" y="165872"/>
                      <a:pt x="114580" y="2779890"/>
                      <a:pt x="70928" y="2856753"/>
                    </a:cubicBezTo>
                    <a:cubicBezTo>
                      <a:pt x="-10914" y="2806595"/>
                      <a:pt x="-14729" y="2707485"/>
                      <a:pt x="23100" y="2643111"/>
                    </a:cubicBezTo>
                    <a:cubicBezTo>
                      <a:pt x="185821" y="2366261"/>
                      <a:pt x="559172" y="1713127"/>
                      <a:pt x="588327" y="1666544"/>
                    </a:cubicBezTo>
                    <a:cubicBezTo>
                      <a:pt x="599852" y="1648111"/>
                      <a:pt x="597804" y="1638031"/>
                      <a:pt x="582062" y="1624980"/>
                    </a:cubicBezTo>
                    <a:cubicBezTo>
                      <a:pt x="466969" y="1529524"/>
                      <a:pt x="384925" y="1409893"/>
                      <a:pt x="328383" y="1272351"/>
                    </a:cubicBezTo>
                    <a:cubicBezTo>
                      <a:pt x="276820" y="1147017"/>
                      <a:pt x="253006" y="1015820"/>
                      <a:pt x="260796" y="880929"/>
                    </a:cubicBezTo>
                    <a:cubicBezTo>
                      <a:pt x="273005" y="669777"/>
                      <a:pt x="345530" y="481314"/>
                      <a:pt x="485602" y="320481"/>
                    </a:cubicBezTo>
                    <a:cubicBezTo>
                      <a:pt x="639970" y="143222"/>
                      <a:pt x="834978" y="39695"/>
                      <a:pt x="1066290" y="8652"/>
                    </a:cubicBezTo>
                    <a:cubicBezTo>
                      <a:pt x="1271819" y="-18936"/>
                      <a:pt x="1466747" y="19334"/>
                      <a:pt x="1646817" y="125151"/>
                    </a:cubicBezTo>
                    <a:close/>
                  </a:path>
                </a:pathLst>
              </a:custGeom>
              <a:solidFill>
                <a:srgbClr val="03386E"/>
              </a:solidFill>
              <a:ln w="4013" cap="flat">
                <a:noFill/>
                <a:prstDash val="solid"/>
                <a:miter/>
              </a:ln>
            </p:spPr>
            <p:txBody>
              <a:bodyPr rtlCol="0" anchor="ctr"/>
              <a:lstStyle/>
              <a:p>
                <a:endParaRPr lang="ko-KR" altLang="en-US"/>
              </a:p>
            </p:txBody>
          </p:sp>
          <p:sp>
            <p:nvSpPr>
              <p:cNvPr id="283" name="자유형: 도형 282">
                <a:extLst>
                  <a:ext uri="{FF2B5EF4-FFF2-40B4-BE49-F238E27FC236}">
                    <a16:creationId xmlns:a16="http://schemas.microsoft.com/office/drawing/2014/main" id="{D9923A30-90F8-43E1-BEF3-11FE4B1073BC}"/>
                  </a:ext>
                </a:extLst>
              </p:cNvPr>
              <p:cNvSpPr/>
              <p:nvPr/>
            </p:nvSpPr>
            <p:spPr>
              <a:xfrm>
                <a:off x="5949326" y="4006077"/>
                <a:ext cx="1566169" cy="1566170"/>
              </a:xfrm>
              <a:custGeom>
                <a:avLst/>
                <a:gdLst>
                  <a:gd name="connsiteX0" fmla="*/ 1566170 w 1566169"/>
                  <a:gd name="connsiteY0" fmla="*/ 783085 h 1566170"/>
                  <a:gd name="connsiteX1" fmla="*/ 783085 w 1566169"/>
                  <a:gd name="connsiteY1" fmla="*/ 1566170 h 1566170"/>
                  <a:gd name="connsiteX2" fmla="*/ 0 w 1566169"/>
                  <a:gd name="connsiteY2" fmla="*/ 783085 h 1566170"/>
                  <a:gd name="connsiteX3" fmla="*/ 783085 w 1566169"/>
                  <a:gd name="connsiteY3" fmla="*/ 0 h 1566170"/>
                  <a:gd name="connsiteX4" fmla="*/ 1566170 w 1566169"/>
                  <a:gd name="connsiteY4" fmla="*/ 783085 h 156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6169" h="1566170">
                    <a:moveTo>
                      <a:pt x="1566170" y="783085"/>
                    </a:moveTo>
                    <a:cubicBezTo>
                      <a:pt x="1566170" y="1215571"/>
                      <a:pt x="1215571" y="1566170"/>
                      <a:pt x="783085" y="1566170"/>
                    </a:cubicBezTo>
                    <a:cubicBezTo>
                      <a:pt x="350599" y="1566170"/>
                      <a:pt x="0" y="1215571"/>
                      <a:pt x="0" y="783085"/>
                    </a:cubicBezTo>
                    <a:cubicBezTo>
                      <a:pt x="0" y="350599"/>
                      <a:pt x="350599" y="0"/>
                      <a:pt x="783085" y="0"/>
                    </a:cubicBezTo>
                    <a:cubicBezTo>
                      <a:pt x="1215571" y="0"/>
                      <a:pt x="1566170" y="350599"/>
                      <a:pt x="1566170" y="783085"/>
                    </a:cubicBezTo>
                    <a:close/>
                  </a:path>
                </a:pathLst>
              </a:custGeom>
              <a:solidFill>
                <a:srgbClr val="EFA8A6"/>
              </a:solidFill>
              <a:ln w="4013" cap="flat">
                <a:noFill/>
                <a:prstDash val="solid"/>
                <a:miter/>
              </a:ln>
            </p:spPr>
            <p:txBody>
              <a:bodyPr rtlCol="0" anchor="ctr"/>
              <a:lstStyle/>
              <a:p>
                <a:endParaRPr lang="ko-KR" altLang="en-US"/>
              </a:p>
            </p:txBody>
          </p:sp>
          <p:sp>
            <p:nvSpPr>
              <p:cNvPr id="284" name="자유형: 도형 283">
                <a:extLst>
                  <a:ext uri="{FF2B5EF4-FFF2-40B4-BE49-F238E27FC236}">
                    <a16:creationId xmlns:a16="http://schemas.microsoft.com/office/drawing/2014/main" id="{4AB971BD-AC37-4CCA-8956-DD08B4B2247A}"/>
                  </a:ext>
                </a:extLst>
              </p:cNvPr>
              <p:cNvSpPr/>
              <p:nvPr/>
            </p:nvSpPr>
            <p:spPr>
              <a:xfrm>
                <a:off x="7106849" y="4461675"/>
                <a:ext cx="271143" cy="762559"/>
              </a:xfrm>
              <a:custGeom>
                <a:avLst/>
                <a:gdLst>
                  <a:gd name="connsiteX0" fmla="*/ 271144 w 271143"/>
                  <a:gd name="connsiteY0" fmla="*/ 321488 h 762559"/>
                  <a:gd name="connsiteX1" fmla="*/ 111796 w 271143"/>
                  <a:gd name="connsiteY1" fmla="*/ 741302 h 762559"/>
                  <a:gd name="connsiteX2" fmla="*/ 76898 w 271143"/>
                  <a:gd name="connsiteY2" fmla="*/ 761461 h 762559"/>
                  <a:gd name="connsiteX3" fmla="*/ 11601 w 271143"/>
                  <a:gd name="connsiteY3" fmla="*/ 738049 h 762559"/>
                  <a:gd name="connsiteX4" fmla="*/ 12083 w 271143"/>
                  <a:gd name="connsiteY4" fmla="*/ 663154 h 762559"/>
                  <a:gd name="connsiteX5" fmla="*/ 68425 w 271143"/>
                  <a:gd name="connsiteY5" fmla="*/ 576774 h 762559"/>
                  <a:gd name="connsiteX6" fmla="*/ 142878 w 271143"/>
                  <a:gd name="connsiteY6" fmla="*/ 317071 h 762559"/>
                  <a:gd name="connsiteX7" fmla="*/ 77180 w 271143"/>
                  <a:gd name="connsiteY7" fmla="*/ 105397 h 762559"/>
                  <a:gd name="connsiteX8" fmla="*/ 73726 w 271143"/>
                  <a:gd name="connsiteY8" fmla="*/ 30341 h 762559"/>
                  <a:gd name="connsiteX9" fmla="*/ 179784 w 271143"/>
                  <a:gd name="connsiteY9" fmla="*/ 30261 h 762559"/>
                  <a:gd name="connsiteX10" fmla="*/ 266445 w 271143"/>
                  <a:gd name="connsiteY10" fmla="*/ 269322 h 762559"/>
                  <a:gd name="connsiteX11" fmla="*/ 271144 w 271143"/>
                  <a:gd name="connsiteY11" fmla="*/ 321488 h 76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1143" h="762559">
                    <a:moveTo>
                      <a:pt x="271144" y="321488"/>
                    </a:moveTo>
                    <a:cubicBezTo>
                      <a:pt x="268533" y="487341"/>
                      <a:pt x="203035" y="619382"/>
                      <a:pt x="111796" y="741302"/>
                    </a:cubicBezTo>
                    <a:cubicBezTo>
                      <a:pt x="103363" y="752546"/>
                      <a:pt x="91355" y="759694"/>
                      <a:pt x="76898" y="761461"/>
                    </a:cubicBezTo>
                    <a:cubicBezTo>
                      <a:pt x="51197" y="764634"/>
                      <a:pt x="27142" y="762104"/>
                      <a:pt x="11601" y="738049"/>
                    </a:cubicBezTo>
                    <a:cubicBezTo>
                      <a:pt x="-4382" y="713312"/>
                      <a:pt x="-3498" y="687731"/>
                      <a:pt x="12083" y="663154"/>
                    </a:cubicBezTo>
                    <a:cubicBezTo>
                      <a:pt x="30516" y="634120"/>
                      <a:pt x="50956" y="606330"/>
                      <a:pt x="68425" y="576774"/>
                    </a:cubicBezTo>
                    <a:cubicBezTo>
                      <a:pt x="115651" y="496779"/>
                      <a:pt x="146372" y="411964"/>
                      <a:pt x="142878" y="317071"/>
                    </a:cubicBezTo>
                    <a:cubicBezTo>
                      <a:pt x="140027" y="240368"/>
                      <a:pt x="114487" y="171096"/>
                      <a:pt x="77180" y="105397"/>
                    </a:cubicBezTo>
                    <a:cubicBezTo>
                      <a:pt x="63044" y="80499"/>
                      <a:pt x="57743" y="55078"/>
                      <a:pt x="73726" y="30341"/>
                    </a:cubicBezTo>
                    <a:cubicBezTo>
                      <a:pt x="99467" y="-9576"/>
                      <a:pt x="154444" y="-10620"/>
                      <a:pt x="179784" y="30261"/>
                    </a:cubicBezTo>
                    <a:cubicBezTo>
                      <a:pt x="225163" y="103549"/>
                      <a:pt x="256125" y="182942"/>
                      <a:pt x="266445" y="269322"/>
                    </a:cubicBezTo>
                    <a:cubicBezTo>
                      <a:pt x="268815" y="289843"/>
                      <a:pt x="270140" y="310404"/>
                      <a:pt x="271144" y="321488"/>
                    </a:cubicBezTo>
                    <a:close/>
                  </a:path>
                </a:pathLst>
              </a:custGeom>
              <a:solidFill>
                <a:srgbClr val="FEFEFE"/>
              </a:solidFill>
              <a:ln w="4013" cap="flat">
                <a:noFill/>
                <a:prstDash val="solid"/>
                <a:miter/>
              </a:ln>
            </p:spPr>
            <p:txBody>
              <a:bodyPr rtlCol="0" anchor="ctr"/>
              <a:lstStyle/>
              <a:p>
                <a:endParaRPr lang="ko-KR" altLang="en-US"/>
              </a:p>
            </p:txBody>
          </p:sp>
        </p:grpSp>
        <p:grpSp>
          <p:nvGrpSpPr>
            <p:cNvPr id="275" name="그룹 274">
              <a:extLst>
                <a:ext uri="{FF2B5EF4-FFF2-40B4-BE49-F238E27FC236}">
                  <a16:creationId xmlns:a16="http://schemas.microsoft.com/office/drawing/2014/main" id="{18C3C5B1-835C-4752-ABFB-9FCB34B35FA9}"/>
                </a:ext>
              </a:extLst>
            </p:cNvPr>
            <p:cNvGrpSpPr/>
            <p:nvPr/>
          </p:nvGrpSpPr>
          <p:grpSpPr>
            <a:xfrm>
              <a:off x="3150037" y="1736787"/>
              <a:ext cx="1276923" cy="1275993"/>
              <a:chOff x="8211564" y="3416207"/>
              <a:chExt cx="1276923" cy="1275993"/>
            </a:xfrm>
          </p:grpSpPr>
          <p:sp>
            <p:nvSpPr>
              <p:cNvPr id="279" name="자유형: 도형 278">
                <a:extLst>
                  <a:ext uri="{FF2B5EF4-FFF2-40B4-BE49-F238E27FC236}">
                    <a16:creationId xmlns:a16="http://schemas.microsoft.com/office/drawing/2014/main" id="{D470023D-3CB1-48F9-860A-A727584B7440}"/>
                  </a:ext>
                </a:extLst>
              </p:cNvPr>
              <p:cNvSpPr/>
              <p:nvPr/>
            </p:nvSpPr>
            <p:spPr>
              <a:xfrm>
                <a:off x="8211564" y="3417045"/>
                <a:ext cx="1276923" cy="1275155"/>
              </a:xfrm>
              <a:custGeom>
                <a:avLst/>
                <a:gdLst>
                  <a:gd name="connsiteX0" fmla="*/ 646700 w 1276923"/>
                  <a:gd name="connsiteY0" fmla="*/ 474741 h 1275155"/>
                  <a:gd name="connsiteX1" fmla="*/ 809537 w 1276923"/>
                  <a:gd name="connsiteY1" fmla="*/ 637578 h 1275155"/>
                  <a:gd name="connsiteX2" fmla="*/ 646700 w 1276923"/>
                  <a:gd name="connsiteY2" fmla="*/ 800415 h 1275155"/>
                  <a:gd name="connsiteX3" fmla="*/ 483863 w 1276923"/>
                  <a:gd name="connsiteY3" fmla="*/ 637578 h 1275155"/>
                  <a:gd name="connsiteX4" fmla="*/ 646700 w 1276923"/>
                  <a:gd name="connsiteY4" fmla="*/ 474741 h 1275155"/>
                  <a:gd name="connsiteX5" fmla="*/ 618690 w 1276923"/>
                  <a:gd name="connsiteY5" fmla="*/ 402307 h 1275155"/>
                  <a:gd name="connsiteX6" fmla="*/ 407593 w 1276923"/>
                  <a:gd name="connsiteY6" fmla="*/ 635695 h 1275155"/>
                  <a:gd name="connsiteX7" fmla="*/ 642291 w 1276923"/>
                  <a:gd name="connsiteY7" fmla="*/ 870721 h 1275155"/>
                  <a:gd name="connsiteX8" fmla="*/ 876970 w 1276923"/>
                  <a:gd name="connsiteY8" fmla="*/ 634439 h 1275155"/>
                  <a:gd name="connsiteX9" fmla="*/ 642002 w 1276923"/>
                  <a:gd name="connsiteY9" fmla="*/ 402484 h 1275155"/>
                  <a:gd name="connsiteX10" fmla="*/ 618690 w 1276923"/>
                  <a:gd name="connsiteY10" fmla="*/ 402307 h 1275155"/>
                  <a:gd name="connsiteX11" fmla="*/ 642644 w 1276923"/>
                  <a:gd name="connsiteY11" fmla="*/ 12 h 1275155"/>
                  <a:gd name="connsiteX12" fmla="*/ 729719 w 1276923"/>
                  <a:gd name="connsiteY12" fmla="*/ 6085 h 1275155"/>
                  <a:gd name="connsiteX13" fmla="*/ 738392 w 1276923"/>
                  <a:gd name="connsiteY13" fmla="*/ 15106 h 1275155"/>
                  <a:gd name="connsiteX14" fmla="*/ 753305 w 1276923"/>
                  <a:gd name="connsiteY14" fmla="*/ 158996 h 1275155"/>
                  <a:gd name="connsiteX15" fmla="*/ 768198 w 1276923"/>
                  <a:gd name="connsiteY15" fmla="*/ 177193 h 1275155"/>
                  <a:gd name="connsiteX16" fmla="*/ 880273 w 1276923"/>
                  <a:gd name="connsiteY16" fmla="*/ 225504 h 1275155"/>
                  <a:gd name="connsiteX17" fmla="*/ 896867 w 1276923"/>
                  <a:gd name="connsiteY17" fmla="*/ 224152 h 1275155"/>
                  <a:gd name="connsiteX18" fmla="*/ 1016553 w 1276923"/>
                  <a:gd name="connsiteY18" fmla="*/ 124613 h 1275155"/>
                  <a:gd name="connsiteX19" fmla="*/ 1114064 w 1276923"/>
                  <a:gd name="connsiteY19" fmla="*/ 211982 h 1275155"/>
                  <a:gd name="connsiteX20" fmla="*/ 1147926 w 1276923"/>
                  <a:gd name="connsiteY20" fmla="*/ 251582 h 1275155"/>
                  <a:gd name="connsiteX21" fmla="*/ 1147848 w 1276923"/>
                  <a:gd name="connsiteY21" fmla="*/ 266996 h 1275155"/>
                  <a:gd name="connsiteX22" fmla="*/ 1054491 w 1276923"/>
                  <a:gd name="connsiteY22" fmla="*/ 380154 h 1275155"/>
                  <a:gd name="connsiteX23" fmla="*/ 1052888 w 1276923"/>
                  <a:gd name="connsiteY23" fmla="*/ 395221 h 1275155"/>
                  <a:gd name="connsiteX24" fmla="*/ 1096215 w 1276923"/>
                  <a:gd name="connsiteY24" fmla="*/ 493852 h 1275155"/>
                  <a:gd name="connsiteX25" fmla="*/ 1102261 w 1276923"/>
                  <a:gd name="connsiteY25" fmla="*/ 519079 h 1275155"/>
                  <a:gd name="connsiteX26" fmla="*/ 1112035 w 1276923"/>
                  <a:gd name="connsiteY26" fmla="*/ 527289 h 1275155"/>
                  <a:gd name="connsiteX27" fmla="*/ 1258167 w 1276923"/>
                  <a:gd name="connsiteY27" fmla="*/ 540328 h 1275155"/>
                  <a:gd name="connsiteX28" fmla="*/ 1271418 w 1276923"/>
                  <a:gd name="connsiteY28" fmla="*/ 553502 h 1275155"/>
                  <a:gd name="connsiteX29" fmla="*/ 1276923 w 1276923"/>
                  <a:gd name="connsiteY29" fmla="*/ 606082 h 1275155"/>
                  <a:gd name="connsiteX30" fmla="*/ 1276904 w 1276923"/>
                  <a:gd name="connsiteY30" fmla="*/ 671740 h 1275155"/>
                  <a:gd name="connsiteX31" fmla="*/ 1271592 w 1276923"/>
                  <a:gd name="connsiteY31" fmla="*/ 723257 h 1275155"/>
                  <a:gd name="connsiteX32" fmla="*/ 1256892 w 1276923"/>
                  <a:gd name="connsiteY32" fmla="*/ 738015 h 1275155"/>
                  <a:gd name="connsiteX33" fmla="*/ 1111707 w 1276923"/>
                  <a:gd name="connsiteY33" fmla="*/ 750900 h 1275155"/>
                  <a:gd name="connsiteX34" fmla="*/ 1101778 w 1276923"/>
                  <a:gd name="connsiteY34" fmla="*/ 759167 h 1275155"/>
                  <a:gd name="connsiteX35" fmla="*/ 1053603 w 1276923"/>
                  <a:gd name="connsiteY35" fmla="*/ 880379 h 1275155"/>
                  <a:gd name="connsiteX36" fmla="*/ 1056577 w 1276923"/>
                  <a:gd name="connsiteY36" fmla="*/ 891544 h 1275155"/>
                  <a:gd name="connsiteX37" fmla="*/ 1151365 w 1276923"/>
                  <a:gd name="connsiteY37" fmla="*/ 1004779 h 1275155"/>
                  <a:gd name="connsiteX38" fmla="*/ 1157932 w 1276923"/>
                  <a:gd name="connsiteY38" fmla="*/ 1013008 h 1275155"/>
                  <a:gd name="connsiteX39" fmla="*/ 1130541 w 1276923"/>
                  <a:gd name="connsiteY39" fmla="*/ 1046716 h 1275155"/>
                  <a:gd name="connsiteX40" fmla="*/ 1053912 w 1276923"/>
                  <a:gd name="connsiteY40" fmla="*/ 1126919 h 1275155"/>
                  <a:gd name="connsiteX41" fmla="*/ 1032528 w 1276923"/>
                  <a:gd name="connsiteY41" fmla="*/ 1143338 h 1275155"/>
                  <a:gd name="connsiteX42" fmla="*/ 1015336 w 1276923"/>
                  <a:gd name="connsiteY42" fmla="*/ 1143087 h 1275155"/>
                  <a:gd name="connsiteX43" fmla="*/ 903666 w 1276923"/>
                  <a:gd name="connsiteY43" fmla="*/ 1050985 h 1275155"/>
                  <a:gd name="connsiteX44" fmla="*/ 884098 w 1276923"/>
                  <a:gd name="connsiteY44" fmla="*/ 1049652 h 1275155"/>
                  <a:gd name="connsiteX45" fmla="*/ 781468 w 1276923"/>
                  <a:gd name="connsiteY45" fmla="*/ 1095317 h 1275155"/>
                  <a:gd name="connsiteX46" fmla="*/ 752918 w 1276923"/>
                  <a:gd name="connsiteY46" fmla="*/ 1128773 h 1275155"/>
                  <a:gd name="connsiteX47" fmla="*/ 739725 w 1276923"/>
                  <a:gd name="connsiteY47" fmla="*/ 1269109 h 1275155"/>
                  <a:gd name="connsiteX48" fmla="*/ 677873 w 1276923"/>
                  <a:gd name="connsiteY48" fmla="*/ 1275155 h 1275155"/>
                  <a:gd name="connsiteX49" fmla="*/ 555405 w 1276923"/>
                  <a:gd name="connsiteY49" fmla="*/ 1271910 h 1275155"/>
                  <a:gd name="connsiteX50" fmla="*/ 546210 w 1276923"/>
                  <a:gd name="connsiteY50" fmla="*/ 1262696 h 1275155"/>
                  <a:gd name="connsiteX51" fmla="*/ 531240 w 1276923"/>
                  <a:gd name="connsiteY51" fmla="*/ 1123654 h 1275155"/>
                  <a:gd name="connsiteX52" fmla="*/ 513236 w 1276923"/>
                  <a:gd name="connsiteY52" fmla="*/ 1101421 h 1275155"/>
                  <a:gd name="connsiteX53" fmla="*/ 397974 w 1276923"/>
                  <a:gd name="connsiteY53" fmla="*/ 1053399 h 1275155"/>
                  <a:gd name="connsiteX54" fmla="*/ 384626 w 1276923"/>
                  <a:gd name="connsiteY54" fmla="*/ 1055254 h 1275155"/>
                  <a:gd name="connsiteX55" fmla="*/ 265422 w 1276923"/>
                  <a:gd name="connsiteY55" fmla="*/ 1155681 h 1275155"/>
                  <a:gd name="connsiteX56" fmla="*/ 129336 w 1276923"/>
                  <a:gd name="connsiteY56" fmla="*/ 1019093 h 1275155"/>
                  <a:gd name="connsiteX57" fmla="*/ 232835 w 1276923"/>
                  <a:gd name="connsiteY57" fmla="*/ 893573 h 1275155"/>
                  <a:gd name="connsiteX58" fmla="*/ 171021 w 1276923"/>
                  <a:gd name="connsiteY58" fmla="*/ 749219 h 1275155"/>
                  <a:gd name="connsiteX59" fmla="*/ 85912 w 1276923"/>
                  <a:gd name="connsiteY59" fmla="*/ 741260 h 1275155"/>
                  <a:gd name="connsiteX60" fmla="*/ 17646 w 1276923"/>
                  <a:gd name="connsiteY60" fmla="*/ 735098 h 1275155"/>
                  <a:gd name="connsiteX61" fmla="*/ 8819 w 1276923"/>
                  <a:gd name="connsiteY61" fmla="*/ 727333 h 1275155"/>
                  <a:gd name="connsiteX62" fmla="*/ 6076 w 1276923"/>
                  <a:gd name="connsiteY62" fmla="*/ 551647 h 1275155"/>
                  <a:gd name="connsiteX63" fmla="*/ 18323 w 1276923"/>
                  <a:gd name="connsiteY63" fmla="*/ 542742 h 1275155"/>
                  <a:gd name="connsiteX64" fmla="*/ 165168 w 1276923"/>
                  <a:gd name="connsiteY64" fmla="*/ 527154 h 1275155"/>
                  <a:gd name="connsiteX65" fmla="*/ 170558 w 1276923"/>
                  <a:gd name="connsiteY65" fmla="*/ 526575 h 1275155"/>
                  <a:gd name="connsiteX66" fmla="*/ 181124 w 1276923"/>
                  <a:gd name="connsiteY66" fmla="*/ 494431 h 1275155"/>
                  <a:gd name="connsiteX67" fmla="*/ 226112 w 1276923"/>
                  <a:gd name="connsiteY67" fmla="*/ 394699 h 1275155"/>
                  <a:gd name="connsiteX68" fmla="*/ 225417 w 1276923"/>
                  <a:gd name="connsiteY68" fmla="*/ 380675 h 1275155"/>
                  <a:gd name="connsiteX69" fmla="*/ 125163 w 1276923"/>
                  <a:gd name="connsiteY69" fmla="*/ 259984 h 1275155"/>
                  <a:gd name="connsiteX70" fmla="*/ 258314 w 1276923"/>
                  <a:gd name="connsiteY70" fmla="*/ 124342 h 1275155"/>
                  <a:gd name="connsiteX71" fmla="*/ 294243 w 1276923"/>
                  <a:gd name="connsiteY71" fmla="*/ 153704 h 1275155"/>
                  <a:gd name="connsiteX72" fmla="*/ 379989 w 1276923"/>
                  <a:gd name="connsiteY72" fmla="*/ 224190 h 1275155"/>
                  <a:gd name="connsiteX73" fmla="*/ 395636 w 1276923"/>
                  <a:gd name="connsiteY73" fmla="*/ 225659 h 1275155"/>
                  <a:gd name="connsiteX74" fmla="*/ 531935 w 1276923"/>
                  <a:gd name="connsiteY74" fmla="*/ 171243 h 1275155"/>
                  <a:gd name="connsiteX75" fmla="*/ 535180 w 1276923"/>
                  <a:gd name="connsiteY75" fmla="*/ 122797 h 1275155"/>
                  <a:gd name="connsiteX76" fmla="*/ 546191 w 1276923"/>
                  <a:gd name="connsiteY76" fmla="*/ 15357 h 1275155"/>
                  <a:gd name="connsiteX77" fmla="*/ 555540 w 1276923"/>
                  <a:gd name="connsiteY77" fmla="*/ 5834 h 1275155"/>
                  <a:gd name="connsiteX78" fmla="*/ 642644 w 1276923"/>
                  <a:gd name="connsiteY78" fmla="*/ 12 h 127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1276923" h="1275155">
                    <a:moveTo>
                      <a:pt x="646700" y="474741"/>
                    </a:moveTo>
                    <a:cubicBezTo>
                      <a:pt x="736632" y="474741"/>
                      <a:pt x="809537" y="547646"/>
                      <a:pt x="809537" y="637578"/>
                    </a:cubicBezTo>
                    <a:cubicBezTo>
                      <a:pt x="809537" y="727510"/>
                      <a:pt x="736632" y="800415"/>
                      <a:pt x="646700" y="800415"/>
                    </a:cubicBezTo>
                    <a:cubicBezTo>
                      <a:pt x="556768" y="800415"/>
                      <a:pt x="483863" y="727510"/>
                      <a:pt x="483863" y="637578"/>
                    </a:cubicBezTo>
                    <a:cubicBezTo>
                      <a:pt x="483863" y="547646"/>
                      <a:pt x="556768" y="474741"/>
                      <a:pt x="646700" y="474741"/>
                    </a:cubicBezTo>
                    <a:close/>
                    <a:moveTo>
                      <a:pt x="618690" y="402307"/>
                    </a:moveTo>
                    <a:cubicBezTo>
                      <a:pt x="503243" y="408591"/>
                      <a:pt x="406217" y="520156"/>
                      <a:pt x="407593" y="635695"/>
                    </a:cubicBezTo>
                    <a:cubicBezTo>
                      <a:pt x="409158" y="766932"/>
                      <a:pt x="512039" y="871185"/>
                      <a:pt x="642291" y="870721"/>
                    </a:cubicBezTo>
                    <a:cubicBezTo>
                      <a:pt x="773452" y="870257"/>
                      <a:pt x="876236" y="765715"/>
                      <a:pt x="876970" y="634439"/>
                    </a:cubicBezTo>
                    <a:cubicBezTo>
                      <a:pt x="877666" y="506949"/>
                      <a:pt x="763098" y="394467"/>
                      <a:pt x="642002" y="402484"/>
                    </a:cubicBezTo>
                    <a:cubicBezTo>
                      <a:pt x="634165" y="401937"/>
                      <a:pt x="626387" y="401888"/>
                      <a:pt x="618690" y="402307"/>
                    </a:cubicBezTo>
                    <a:close/>
                    <a:moveTo>
                      <a:pt x="642644" y="12"/>
                    </a:moveTo>
                    <a:cubicBezTo>
                      <a:pt x="671672" y="194"/>
                      <a:pt x="700696" y="2357"/>
                      <a:pt x="729719" y="6085"/>
                    </a:cubicBezTo>
                    <a:cubicBezTo>
                      <a:pt x="735301" y="6800"/>
                      <a:pt x="737774" y="9021"/>
                      <a:pt x="738392" y="15106"/>
                    </a:cubicBezTo>
                    <a:cubicBezTo>
                      <a:pt x="743221" y="63089"/>
                      <a:pt x="748804" y="110994"/>
                      <a:pt x="753305" y="158996"/>
                    </a:cubicBezTo>
                    <a:cubicBezTo>
                      <a:pt x="754290" y="169524"/>
                      <a:pt x="756415" y="174778"/>
                      <a:pt x="768198" y="177193"/>
                    </a:cubicBezTo>
                    <a:cubicBezTo>
                      <a:pt x="808744" y="185480"/>
                      <a:pt x="844306" y="206207"/>
                      <a:pt x="880273" y="225504"/>
                    </a:cubicBezTo>
                    <a:cubicBezTo>
                      <a:pt x="886783" y="229000"/>
                      <a:pt x="890704" y="229367"/>
                      <a:pt x="896867" y="224152"/>
                    </a:cubicBezTo>
                    <a:cubicBezTo>
                      <a:pt x="936408" y="190714"/>
                      <a:pt x="976432" y="157857"/>
                      <a:pt x="1016553" y="124613"/>
                    </a:cubicBezTo>
                    <a:cubicBezTo>
                      <a:pt x="1052038" y="151424"/>
                      <a:pt x="1084722" y="179859"/>
                      <a:pt x="1114064" y="211982"/>
                    </a:cubicBezTo>
                    <a:cubicBezTo>
                      <a:pt x="1125770" y="224789"/>
                      <a:pt x="1136355" y="238620"/>
                      <a:pt x="1147926" y="251582"/>
                    </a:cubicBezTo>
                    <a:cubicBezTo>
                      <a:pt x="1152987" y="257241"/>
                      <a:pt x="1152736" y="261124"/>
                      <a:pt x="1147848" y="266996"/>
                    </a:cubicBezTo>
                    <a:cubicBezTo>
                      <a:pt x="1116536" y="304567"/>
                      <a:pt x="1085765" y="342563"/>
                      <a:pt x="1054491" y="380154"/>
                    </a:cubicBezTo>
                    <a:cubicBezTo>
                      <a:pt x="1050125" y="385389"/>
                      <a:pt x="1049430" y="389329"/>
                      <a:pt x="1052888" y="395221"/>
                    </a:cubicBezTo>
                    <a:cubicBezTo>
                      <a:pt x="1071161" y="426398"/>
                      <a:pt x="1085649" y="459294"/>
                      <a:pt x="1096215" y="493852"/>
                    </a:cubicBezTo>
                    <a:cubicBezTo>
                      <a:pt x="1098746" y="502120"/>
                      <a:pt x="1100522" y="510619"/>
                      <a:pt x="1102261" y="519079"/>
                    </a:cubicBezTo>
                    <a:cubicBezTo>
                      <a:pt x="1103401" y="524662"/>
                      <a:pt x="1106124" y="526787"/>
                      <a:pt x="1112035" y="527289"/>
                    </a:cubicBezTo>
                    <a:cubicBezTo>
                      <a:pt x="1160752" y="531500"/>
                      <a:pt x="1209430" y="536407"/>
                      <a:pt x="1258167" y="540328"/>
                    </a:cubicBezTo>
                    <a:cubicBezTo>
                      <a:pt x="1267709" y="541101"/>
                      <a:pt x="1270703" y="544713"/>
                      <a:pt x="1271418" y="553502"/>
                    </a:cubicBezTo>
                    <a:cubicBezTo>
                      <a:pt x="1272828" y="571061"/>
                      <a:pt x="1275050" y="588562"/>
                      <a:pt x="1276923" y="606082"/>
                    </a:cubicBezTo>
                    <a:cubicBezTo>
                      <a:pt x="1276904" y="627968"/>
                      <a:pt x="1276904" y="649854"/>
                      <a:pt x="1276904" y="671740"/>
                    </a:cubicBezTo>
                    <a:cubicBezTo>
                      <a:pt x="1275069" y="688912"/>
                      <a:pt x="1272770" y="706046"/>
                      <a:pt x="1271592" y="723257"/>
                    </a:cubicBezTo>
                    <a:cubicBezTo>
                      <a:pt x="1270916" y="733186"/>
                      <a:pt x="1268018" y="737185"/>
                      <a:pt x="1256892" y="738015"/>
                    </a:cubicBezTo>
                    <a:cubicBezTo>
                      <a:pt x="1208445" y="741608"/>
                      <a:pt x="1160115" y="746708"/>
                      <a:pt x="1111707" y="750900"/>
                    </a:cubicBezTo>
                    <a:cubicBezTo>
                      <a:pt x="1105796" y="751421"/>
                      <a:pt x="1102879" y="753836"/>
                      <a:pt x="1101778" y="759167"/>
                    </a:cubicBezTo>
                    <a:cubicBezTo>
                      <a:pt x="1092835" y="802398"/>
                      <a:pt x="1074638" y="841920"/>
                      <a:pt x="1053603" y="880379"/>
                    </a:cubicBezTo>
                    <a:cubicBezTo>
                      <a:pt x="1052231" y="882890"/>
                      <a:pt x="1054278" y="888763"/>
                      <a:pt x="1056577" y="891544"/>
                    </a:cubicBezTo>
                    <a:cubicBezTo>
                      <a:pt x="1087986" y="929444"/>
                      <a:pt x="1119724" y="967073"/>
                      <a:pt x="1151365" y="1004779"/>
                    </a:cubicBezTo>
                    <a:cubicBezTo>
                      <a:pt x="1153412" y="1007232"/>
                      <a:pt x="1155363" y="1009763"/>
                      <a:pt x="1157932" y="1013008"/>
                    </a:cubicBezTo>
                    <a:cubicBezTo>
                      <a:pt x="1148776" y="1024366"/>
                      <a:pt x="1140335" y="1036169"/>
                      <a:pt x="1130541" y="1046716"/>
                    </a:cubicBezTo>
                    <a:cubicBezTo>
                      <a:pt x="1105371" y="1073798"/>
                      <a:pt x="1079796" y="1100513"/>
                      <a:pt x="1053912" y="1126919"/>
                    </a:cubicBezTo>
                    <a:cubicBezTo>
                      <a:pt x="1047692" y="1133274"/>
                      <a:pt x="1039424" y="1137581"/>
                      <a:pt x="1032528" y="1143338"/>
                    </a:cubicBezTo>
                    <a:cubicBezTo>
                      <a:pt x="1026424" y="1148457"/>
                      <a:pt x="1021788" y="1148476"/>
                      <a:pt x="1015336" y="1143087"/>
                    </a:cubicBezTo>
                    <a:cubicBezTo>
                      <a:pt x="978286" y="1112180"/>
                      <a:pt x="940658" y="1081969"/>
                      <a:pt x="903666" y="1050985"/>
                    </a:cubicBezTo>
                    <a:cubicBezTo>
                      <a:pt x="896616" y="1045093"/>
                      <a:pt x="892173" y="1044378"/>
                      <a:pt x="884098" y="1049652"/>
                    </a:cubicBezTo>
                    <a:cubicBezTo>
                      <a:pt x="852438" y="1070359"/>
                      <a:pt x="818363" y="1086025"/>
                      <a:pt x="781468" y="1095317"/>
                    </a:cubicBezTo>
                    <a:cubicBezTo>
                      <a:pt x="755449" y="1101884"/>
                      <a:pt x="755449" y="1102097"/>
                      <a:pt x="752918" y="1128773"/>
                    </a:cubicBezTo>
                    <a:cubicBezTo>
                      <a:pt x="748533" y="1174843"/>
                      <a:pt x="744245" y="1220933"/>
                      <a:pt x="739725" y="1269109"/>
                    </a:cubicBezTo>
                    <a:cubicBezTo>
                      <a:pt x="719133" y="1271234"/>
                      <a:pt x="698503" y="1275136"/>
                      <a:pt x="677873" y="1275155"/>
                    </a:cubicBezTo>
                    <a:cubicBezTo>
                      <a:pt x="637057" y="1275175"/>
                      <a:pt x="596240" y="1272953"/>
                      <a:pt x="555405" y="1271910"/>
                    </a:cubicBezTo>
                    <a:cubicBezTo>
                      <a:pt x="548799" y="1271736"/>
                      <a:pt x="546847" y="1268955"/>
                      <a:pt x="546210" y="1262696"/>
                    </a:cubicBezTo>
                    <a:cubicBezTo>
                      <a:pt x="541420" y="1216336"/>
                      <a:pt x="536300" y="1169995"/>
                      <a:pt x="531240" y="1123654"/>
                    </a:cubicBezTo>
                    <a:cubicBezTo>
                      <a:pt x="528844" y="1101710"/>
                      <a:pt x="532398" y="1106230"/>
                      <a:pt x="513236" y="1101421"/>
                    </a:cubicBezTo>
                    <a:cubicBezTo>
                      <a:pt x="472304" y="1091163"/>
                      <a:pt x="433806" y="1075555"/>
                      <a:pt x="397974" y="1053399"/>
                    </a:cubicBezTo>
                    <a:cubicBezTo>
                      <a:pt x="392333" y="1049922"/>
                      <a:pt x="389049" y="1051506"/>
                      <a:pt x="384626" y="1055254"/>
                    </a:cubicBezTo>
                    <a:cubicBezTo>
                      <a:pt x="344930" y="1088903"/>
                      <a:pt x="305041" y="1122341"/>
                      <a:pt x="265422" y="1155681"/>
                    </a:cubicBezTo>
                    <a:cubicBezTo>
                      <a:pt x="224374" y="1130376"/>
                      <a:pt x="154486" y="1060315"/>
                      <a:pt x="129336" y="1019093"/>
                    </a:cubicBezTo>
                    <a:cubicBezTo>
                      <a:pt x="163430" y="977736"/>
                      <a:pt x="197794" y="936050"/>
                      <a:pt x="232835" y="893573"/>
                    </a:cubicBezTo>
                    <a:cubicBezTo>
                      <a:pt x="201155" y="850670"/>
                      <a:pt x="184891" y="800852"/>
                      <a:pt x="171021" y="749219"/>
                    </a:cubicBezTo>
                    <a:cubicBezTo>
                      <a:pt x="142857" y="746592"/>
                      <a:pt x="114385" y="743907"/>
                      <a:pt x="85912" y="741260"/>
                    </a:cubicBezTo>
                    <a:cubicBezTo>
                      <a:pt x="63157" y="739155"/>
                      <a:pt x="40421" y="736953"/>
                      <a:pt x="17646" y="735098"/>
                    </a:cubicBezTo>
                    <a:cubicBezTo>
                      <a:pt x="12354" y="734673"/>
                      <a:pt x="9785" y="732877"/>
                      <a:pt x="8819" y="727333"/>
                    </a:cubicBezTo>
                    <a:cubicBezTo>
                      <a:pt x="-1227" y="668900"/>
                      <a:pt x="-3428" y="610409"/>
                      <a:pt x="6076" y="551647"/>
                    </a:cubicBezTo>
                    <a:cubicBezTo>
                      <a:pt x="7389" y="543573"/>
                      <a:pt x="12624" y="543360"/>
                      <a:pt x="18323" y="542742"/>
                    </a:cubicBezTo>
                    <a:cubicBezTo>
                      <a:pt x="67271" y="537527"/>
                      <a:pt x="116220" y="532350"/>
                      <a:pt x="165168" y="527154"/>
                    </a:cubicBezTo>
                    <a:cubicBezTo>
                      <a:pt x="167061" y="526961"/>
                      <a:pt x="168974" y="526748"/>
                      <a:pt x="170558" y="526575"/>
                    </a:cubicBezTo>
                    <a:cubicBezTo>
                      <a:pt x="174208" y="515583"/>
                      <a:pt x="178420" y="505191"/>
                      <a:pt x="181124" y="494431"/>
                    </a:cubicBezTo>
                    <a:cubicBezTo>
                      <a:pt x="190145" y="458444"/>
                      <a:pt x="206004" y="425606"/>
                      <a:pt x="226112" y="394699"/>
                    </a:cubicBezTo>
                    <a:cubicBezTo>
                      <a:pt x="229667" y="389252"/>
                      <a:pt x="229802" y="385910"/>
                      <a:pt x="225417" y="380675"/>
                    </a:cubicBezTo>
                    <a:cubicBezTo>
                      <a:pt x="191903" y="340786"/>
                      <a:pt x="158775" y="300550"/>
                      <a:pt x="125163" y="259984"/>
                    </a:cubicBezTo>
                    <a:cubicBezTo>
                      <a:pt x="163353" y="208467"/>
                      <a:pt x="206332" y="162493"/>
                      <a:pt x="258314" y="124342"/>
                    </a:cubicBezTo>
                    <a:cubicBezTo>
                      <a:pt x="270406" y="134213"/>
                      <a:pt x="282344" y="143949"/>
                      <a:pt x="294243" y="153704"/>
                    </a:cubicBezTo>
                    <a:cubicBezTo>
                      <a:pt x="322870" y="177154"/>
                      <a:pt x="351594" y="200469"/>
                      <a:pt x="379989" y="224190"/>
                    </a:cubicBezTo>
                    <a:cubicBezTo>
                      <a:pt x="385437" y="228749"/>
                      <a:pt x="388953" y="229251"/>
                      <a:pt x="395636" y="225659"/>
                    </a:cubicBezTo>
                    <a:cubicBezTo>
                      <a:pt x="438635" y="202536"/>
                      <a:pt x="481615" y="179105"/>
                      <a:pt x="531935" y="171243"/>
                    </a:cubicBezTo>
                    <a:cubicBezTo>
                      <a:pt x="532978" y="155249"/>
                      <a:pt x="533615" y="138984"/>
                      <a:pt x="535180" y="122797"/>
                    </a:cubicBezTo>
                    <a:cubicBezTo>
                      <a:pt x="538657" y="86964"/>
                      <a:pt x="542752" y="51190"/>
                      <a:pt x="546191" y="15357"/>
                    </a:cubicBezTo>
                    <a:cubicBezTo>
                      <a:pt x="546809" y="8906"/>
                      <a:pt x="549552" y="6703"/>
                      <a:pt x="555540" y="5834"/>
                    </a:cubicBezTo>
                    <a:cubicBezTo>
                      <a:pt x="584583" y="1633"/>
                      <a:pt x="613616" y="-169"/>
                      <a:pt x="642644" y="12"/>
                    </a:cubicBezTo>
                    <a:close/>
                  </a:path>
                </a:pathLst>
              </a:custGeom>
              <a:solidFill>
                <a:schemeClr val="bg1">
                  <a:lumMod val="85000"/>
                </a:schemeClr>
              </a:solidFill>
              <a:ln w="5358" cap="flat">
                <a:noFill/>
                <a:prstDash val="solid"/>
                <a:miter/>
              </a:ln>
            </p:spPr>
            <p:txBody>
              <a:bodyPr wrap="square" rtlCol="0" anchor="ctr">
                <a:noAutofit/>
              </a:bodyPr>
              <a:lstStyle/>
              <a:p>
                <a:endParaRPr lang="ko-KR" altLang="en-US"/>
              </a:p>
            </p:txBody>
          </p:sp>
          <p:sp>
            <p:nvSpPr>
              <p:cNvPr id="280" name="자유형: 도형 279">
                <a:extLst>
                  <a:ext uri="{FF2B5EF4-FFF2-40B4-BE49-F238E27FC236}">
                    <a16:creationId xmlns:a16="http://schemas.microsoft.com/office/drawing/2014/main" id="{4112F229-14A9-47EC-BD72-B8CD1C46125B}"/>
                  </a:ext>
                </a:extLst>
              </p:cNvPr>
              <p:cNvSpPr/>
              <p:nvPr/>
            </p:nvSpPr>
            <p:spPr>
              <a:xfrm>
                <a:off x="8867139" y="3416207"/>
                <a:ext cx="618741" cy="1274059"/>
              </a:xfrm>
              <a:custGeom>
                <a:avLst/>
                <a:gdLst>
                  <a:gd name="connsiteX0" fmla="*/ 0 w 618741"/>
                  <a:gd name="connsiteY0" fmla="*/ 475963 h 1274059"/>
                  <a:gd name="connsiteX1" fmla="*/ 51901 w 618741"/>
                  <a:gd name="connsiteY1" fmla="*/ 486442 h 1274059"/>
                  <a:gd name="connsiteX2" fmla="*/ 151355 w 618741"/>
                  <a:gd name="connsiteY2" fmla="*/ 636482 h 1274059"/>
                  <a:gd name="connsiteX3" fmla="*/ 51901 w 618741"/>
                  <a:gd name="connsiteY3" fmla="*/ 786523 h 1274059"/>
                  <a:gd name="connsiteX4" fmla="*/ 0 w 618741"/>
                  <a:gd name="connsiteY4" fmla="*/ 797001 h 1274059"/>
                  <a:gd name="connsiteX5" fmla="*/ 0 w 618741"/>
                  <a:gd name="connsiteY5" fmla="*/ 0 h 1274059"/>
                  <a:gd name="connsiteX6" fmla="*/ 71537 w 618741"/>
                  <a:gd name="connsiteY6" fmla="*/ 4989 h 1274059"/>
                  <a:gd name="connsiteX7" fmla="*/ 80210 w 618741"/>
                  <a:gd name="connsiteY7" fmla="*/ 14010 h 1274059"/>
                  <a:gd name="connsiteX8" fmla="*/ 95123 w 618741"/>
                  <a:gd name="connsiteY8" fmla="*/ 157900 h 1274059"/>
                  <a:gd name="connsiteX9" fmla="*/ 110016 w 618741"/>
                  <a:gd name="connsiteY9" fmla="*/ 176097 h 1274059"/>
                  <a:gd name="connsiteX10" fmla="*/ 222091 w 618741"/>
                  <a:gd name="connsiteY10" fmla="*/ 224408 h 1274059"/>
                  <a:gd name="connsiteX11" fmla="*/ 238685 w 618741"/>
                  <a:gd name="connsiteY11" fmla="*/ 223056 h 1274059"/>
                  <a:gd name="connsiteX12" fmla="*/ 358371 w 618741"/>
                  <a:gd name="connsiteY12" fmla="*/ 123517 h 1274059"/>
                  <a:gd name="connsiteX13" fmla="*/ 455882 w 618741"/>
                  <a:gd name="connsiteY13" fmla="*/ 210886 h 1274059"/>
                  <a:gd name="connsiteX14" fmla="*/ 489744 w 618741"/>
                  <a:gd name="connsiteY14" fmla="*/ 250486 h 1274059"/>
                  <a:gd name="connsiteX15" fmla="*/ 489666 w 618741"/>
                  <a:gd name="connsiteY15" fmla="*/ 265900 h 1274059"/>
                  <a:gd name="connsiteX16" fmla="*/ 396309 w 618741"/>
                  <a:gd name="connsiteY16" fmla="*/ 379058 h 1274059"/>
                  <a:gd name="connsiteX17" fmla="*/ 394706 w 618741"/>
                  <a:gd name="connsiteY17" fmla="*/ 394125 h 1274059"/>
                  <a:gd name="connsiteX18" fmla="*/ 438033 w 618741"/>
                  <a:gd name="connsiteY18" fmla="*/ 492756 h 1274059"/>
                  <a:gd name="connsiteX19" fmla="*/ 444079 w 618741"/>
                  <a:gd name="connsiteY19" fmla="*/ 517983 h 1274059"/>
                  <a:gd name="connsiteX20" fmla="*/ 453853 w 618741"/>
                  <a:gd name="connsiteY20" fmla="*/ 526193 h 1274059"/>
                  <a:gd name="connsiteX21" fmla="*/ 599985 w 618741"/>
                  <a:gd name="connsiteY21" fmla="*/ 539232 h 1274059"/>
                  <a:gd name="connsiteX22" fmla="*/ 613236 w 618741"/>
                  <a:gd name="connsiteY22" fmla="*/ 552406 h 1274059"/>
                  <a:gd name="connsiteX23" fmla="*/ 618741 w 618741"/>
                  <a:gd name="connsiteY23" fmla="*/ 604986 h 1274059"/>
                  <a:gd name="connsiteX24" fmla="*/ 618722 w 618741"/>
                  <a:gd name="connsiteY24" fmla="*/ 670644 h 1274059"/>
                  <a:gd name="connsiteX25" fmla="*/ 613410 w 618741"/>
                  <a:gd name="connsiteY25" fmla="*/ 722161 h 1274059"/>
                  <a:gd name="connsiteX26" fmla="*/ 598710 w 618741"/>
                  <a:gd name="connsiteY26" fmla="*/ 736919 h 1274059"/>
                  <a:gd name="connsiteX27" fmla="*/ 453525 w 618741"/>
                  <a:gd name="connsiteY27" fmla="*/ 749804 h 1274059"/>
                  <a:gd name="connsiteX28" fmla="*/ 443596 w 618741"/>
                  <a:gd name="connsiteY28" fmla="*/ 758071 h 1274059"/>
                  <a:gd name="connsiteX29" fmla="*/ 395421 w 618741"/>
                  <a:gd name="connsiteY29" fmla="*/ 879283 h 1274059"/>
                  <a:gd name="connsiteX30" fmla="*/ 398395 w 618741"/>
                  <a:gd name="connsiteY30" fmla="*/ 890448 h 1274059"/>
                  <a:gd name="connsiteX31" fmla="*/ 493183 w 618741"/>
                  <a:gd name="connsiteY31" fmla="*/ 1003683 h 1274059"/>
                  <a:gd name="connsiteX32" fmla="*/ 499750 w 618741"/>
                  <a:gd name="connsiteY32" fmla="*/ 1011912 h 1274059"/>
                  <a:gd name="connsiteX33" fmla="*/ 472359 w 618741"/>
                  <a:gd name="connsiteY33" fmla="*/ 1045620 h 1274059"/>
                  <a:gd name="connsiteX34" fmla="*/ 395730 w 618741"/>
                  <a:gd name="connsiteY34" fmla="*/ 1125823 h 1274059"/>
                  <a:gd name="connsiteX35" fmla="*/ 374346 w 618741"/>
                  <a:gd name="connsiteY35" fmla="*/ 1142242 h 1274059"/>
                  <a:gd name="connsiteX36" fmla="*/ 357154 w 618741"/>
                  <a:gd name="connsiteY36" fmla="*/ 1141991 h 1274059"/>
                  <a:gd name="connsiteX37" fmla="*/ 245484 w 618741"/>
                  <a:gd name="connsiteY37" fmla="*/ 1049889 h 1274059"/>
                  <a:gd name="connsiteX38" fmla="*/ 225916 w 618741"/>
                  <a:gd name="connsiteY38" fmla="*/ 1048556 h 1274059"/>
                  <a:gd name="connsiteX39" fmla="*/ 123286 w 618741"/>
                  <a:gd name="connsiteY39" fmla="*/ 1094221 h 1274059"/>
                  <a:gd name="connsiteX40" fmla="*/ 94736 w 618741"/>
                  <a:gd name="connsiteY40" fmla="*/ 1127677 h 1274059"/>
                  <a:gd name="connsiteX41" fmla="*/ 81543 w 618741"/>
                  <a:gd name="connsiteY41" fmla="*/ 1268013 h 1274059"/>
                  <a:gd name="connsiteX42" fmla="*/ 19691 w 618741"/>
                  <a:gd name="connsiteY42" fmla="*/ 1274059 h 1274059"/>
                  <a:gd name="connsiteX43" fmla="*/ 0 w 618741"/>
                  <a:gd name="connsiteY43" fmla="*/ 1273538 h 1274059"/>
                  <a:gd name="connsiteX44" fmla="*/ 0 w 618741"/>
                  <a:gd name="connsiteY44" fmla="*/ 867993 h 1274059"/>
                  <a:gd name="connsiteX45" fmla="*/ 31820 w 618741"/>
                  <a:gd name="connsiteY45" fmla="*/ 864724 h 1274059"/>
                  <a:gd name="connsiteX46" fmla="*/ 218788 w 618741"/>
                  <a:gd name="connsiteY46" fmla="*/ 633343 h 1274059"/>
                  <a:gd name="connsiteX47" fmla="*/ 28713 w 618741"/>
                  <a:gd name="connsiteY47" fmla="*/ 403824 h 1274059"/>
                  <a:gd name="connsiteX48" fmla="*/ 0 w 618741"/>
                  <a:gd name="connsiteY48" fmla="*/ 402266 h 1274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18741" h="1274059">
                    <a:moveTo>
                      <a:pt x="0" y="475963"/>
                    </a:moveTo>
                    <a:lnTo>
                      <a:pt x="51901" y="486442"/>
                    </a:lnTo>
                    <a:cubicBezTo>
                      <a:pt x="110346" y="511162"/>
                      <a:pt x="151355" y="569033"/>
                      <a:pt x="151355" y="636482"/>
                    </a:cubicBezTo>
                    <a:cubicBezTo>
                      <a:pt x="151355" y="703931"/>
                      <a:pt x="110346" y="761803"/>
                      <a:pt x="51901" y="786523"/>
                    </a:cubicBezTo>
                    <a:lnTo>
                      <a:pt x="0" y="797001"/>
                    </a:lnTo>
                    <a:close/>
                    <a:moveTo>
                      <a:pt x="0" y="0"/>
                    </a:moveTo>
                    <a:lnTo>
                      <a:pt x="71537" y="4989"/>
                    </a:lnTo>
                    <a:cubicBezTo>
                      <a:pt x="77119" y="5704"/>
                      <a:pt x="79592" y="7925"/>
                      <a:pt x="80210" y="14010"/>
                    </a:cubicBezTo>
                    <a:cubicBezTo>
                      <a:pt x="85039" y="61993"/>
                      <a:pt x="90622" y="109898"/>
                      <a:pt x="95123" y="157900"/>
                    </a:cubicBezTo>
                    <a:cubicBezTo>
                      <a:pt x="96108" y="168428"/>
                      <a:pt x="98233" y="173682"/>
                      <a:pt x="110016" y="176097"/>
                    </a:cubicBezTo>
                    <a:cubicBezTo>
                      <a:pt x="150562" y="184384"/>
                      <a:pt x="186124" y="205111"/>
                      <a:pt x="222091" y="224408"/>
                    </a:cubicBezTo>
                    <a:cubicBezTo>
                      <a:pt x="228601" y="227904"/>
                      <a:pt x="232522" y="228271"/>
                      <a:pt x="238685" y="223056"/>
                    </a:cubicBezTo>
                    <a:cubicBezTo>
                      <a:pt x="278226" y="189618"/>
                      <a:pt x="318250" y="156761"/>
                      <a:pt x="358371" y="123517"/>
                    </a:cubicBezTo>
                    <a:cubicBezTo>
                      <a:pt x="393856" y="150328"/>
                      <a:pt x="426540" y="178763"/>
                      <a:pt x="455882" y="210886"/>
                    </a:cubicBezTo>
                    <a:cubicBezTo>
                      <a:pt x="467588" y="223693"/>
                      <a:pt x="478173" y="237524"/>
                      <a:pt x="489744" y="250486"/>
                    </a:cubicBezTo>
                    <a:cubicBezTo>
                      <a:pt x="494805" y="256145"/>
                      <a:pt x="494554" y="260028"/>
                      <a:pt x="489666" y="265900"/>
                    </a:cubicBezTo>
                    <a:cubicBezTo>
                      <a:pt x="458354" y="303471"/>
                      <a:pt x="427583" y="341467"/>
                      <a:pt x="396309" y="379058"/>
                    </a:cubicBezTo>
                    <a:cubicBezTo>
                      <a:pt x="391943" y="384293"/>
                      <a:pt x="391248" y="388233"/>
                      <a:pt x="394706" y="394125"/>
                    </a:cubicBezTo>
                    <a:cubicBezTo>
                      <a:pt x="412979" y="425302"/>
                      <a:pt x="427467" y="458198"/>
                      <a:pt x="438033" y="492756"/>
                    </a:cubicBezTo>
                    <a:cubicBezTo>
                      <a:pt x="440564" y="501024"/>
                      <a:pt x="442340" y="509523"/>
                      <a:pt x="444079" y="517983"/>
                    </a:cubicBezTo>
                    <a:cubicBezTo>
                      <a:pt x="445219" y="523566"/>
                      <a:pt x="447942" y="525691"/>
                      <a:pt x="453853" y="526193"/>
                    </a:cubicBezTo>
                    <a:cubicBezTo>
                      <a:pt x="502570" y="530404"/>
                      <a:pt x="551248" y="535311"/>
                      <a:pt x="599985" y="539232"/>
                    </a:cubicBezTo>
                    <a:cubicBezTo>
                      <a:pt x="609527" y="540005"/>
                      <a:pt x="612521" y="543617"/>
                      <a:pt x="613236" y="552406"/>
                    </a:cubicBezTo>
                    <a:cubicBezTo>
                      <a:pt x="614646" y="569965"/>
                      <a:pt x="616868" y="587466"/>
                      <a:pt x="618741" y="604986"/>
                    </a:cubicBezTo>
                    <a:cubicBezTo>
                      <a:pt x="618722" y="626872"/>
                      <a:pt x="618722" y="648758"/>
                      <a:pt x="618722" y="670644"/>
                    </a:cubicBezTo>
                    <a:cubicBezTo>
                      <a:pt x="616887" y="687816"/>
                      <a:pt x="614588" y="704950"/>
                      <a:pt x="613410" y="722161"/>
                    </a:cubicBezTo>
                    <a:cubicBezTo>
                      <a:pt x="612734" y="732090"/>
                      <a:pt x="609836" y="736089"/>
                      <a:pt x="598710" y="736919"/>
                    </a:cubicBezTo>
                    <a:cubicBezTo>
                      <a:pt x="550263" y="740512"/>
                      <a:pt x="501933" y="745612"/>
                      <a:pt x="453525" y="749804"/>
                    </a:cubicBezTo>
                    <a:cubicBezTo>
                      <a:pt x="447614" y="750325"/>
                      <a:pt x="444697" y="752740"/>
                      <a:pt x="443596" y="758071"/>
                    </a:cubicBezTo>
                    <a:cubicBezTo>
                      <a:pt x="434653" y="801302"/>
                      <a:pt x="416456" y="840824"/>
                      <a:pt x="395421" y="879283"/>
                    </a:cubicBezTo>
                    <a:cubicBezTo>
                      <a:pt x="394049" y="881794"/>
                      <a:pt x="396096" y="887667"/>
                      <a:pt x="398395" y="890448"/>
                    </a:cubicBezTo>
                    <a:cubicBezTo>
                      <a:pt x="429804" y="928348"/>
                      <a:pt x="461542" y="965977"/>
                      <a:pt x="493183" y="1003683"/>
                    </a:cubicBezTo>
                    <a:cubicBezTo>
                      <a:pt x="495230" y="1006136"/>
                      <a:pt x="497181" y="1008667"/>
                      <a:pt x="499750" y="1011912"/>
                    </a:cubicBezTo>
                    <a:cubicBezTo>
                      <a:pt x="490594" y="1023270"/>
                      <a:pt x="482153" y="1035073"/>
                      <a:pt x="472359" y="1045620"/>
                    </a:cubicBezTo>
                    <a:cubicBezTo>
                      <a:pt x="447189" y="1072702"/>
                      <a:pt x="421614" y="1099417"/>
                      <a:pt x="395730" y="1125823"/>
                    </a:cubicBezTo>
                    <a:cubicBezTo>
                      <a:pt x="389510" y="1132178"/>
                      <a:pt x="381242" y="1136485"/>
                      <a:pt x="374346" y="1142242"/>
                    </a:cubicBezTo>
                    <a:cubicBezTo>
                      <a:pt x="368242" y="1147361"/>
                      <a:pt x="363606" y="1147380"/>
                      <a:pt x="357154" y="1141991"/>
                    </a:cubicBezTo>
                    <a:cubicBezTo>
                      <a:pt x="320104" y="1111084"/>
                      <a:pt x="282476" y="1080873"/>
                      <a:pt x="245484" y="1049889"/>
                    </a:cubicBezTo>
                    <a:cubicBezTo>
                      <a:pt x="238434" y="1043997"/>
                      <a:pt x="233991" y="1043282"/>
                      <a:pt x="225916" y="1048556"/>
                    </a:cubicBezTo>
                    <a:cubicBezTo>
                      <a:pt x="194256" y="1069263"/>
                      <a:pt x="160181" y="1084929"/>
                      <a:pt x="123286" y="1094221"/>
                    </a:cubicBezTo>
                    <a:cubicBezTo>
                      <a:pt x="97267" y="1100788"/>
                      <a:pt x="97267" y="1101001"/>
                      <a:pt x="94736" y="1127677"/>
                    </a:cubicBezTo>
                    <a:cubicBezTo>
                      <a:pt x="90351" y="1173747"/>
                      <a:pt x="86063" y="1219837"/>
                      <a:pt x="81543" y="1268013"/>
                    </a:cubicBezTo>
                    <a:cubicBezTo>
                      <a:pt x="60951" y="1270138"/>
                      <a:pt x="40321" y="1274040"/>
                      <a:pt x="19691" y="1274059"/>
                    </a:cubicBezTo>
                    <a:lnTo>
                      <a:pt x="0" y="1273538"/>
                    </a:lnTo>
                    <a:lnTo>
                      <a:pt x="0" y="867993"/>
                    </a:lnTo>
                    <a:lnTo>
                      <a:pt x="31820" y="864724"/>
                    </a:lnTo>
                    <a:cubicBezTo>
                      <a:pt x="139371" y="842608"/>
                      <a:pt x="218146" y="748210"/>
                      <a:pt x="218788" y="633343"/>
                    </a:cubicBezTo>
                    <a:cubicBezTo>
                      <a:pt x="219397" y="521789"/>
                      <a:pt x="131757" y="421726"/>
                      <a:pt x="28713" y="403824"/>
                    </a:cubicBezTo>
                    <a:lnTo>
                      <a:pt x="0" y="402266"/>
                    </a:lnTo>
                    <a:close/>
                  </a:path>
                </a:pathLst>
              </a:custGeom>
              <a:solidFill>
                <a:schemeClr val="bg1">
                  <a:lumMod val="75000"/>
                </a:schemeClr>
              </a:solidFill>
              <a:ln w="5358" cap="flat">
                <a:noFill/>
                <a:prstDash val="solid"/>
                <a:miter/>
              </a:ln>
            </p:spPr>
            <p:txBody>
              <a:bodyPr wrap="square" rtlCol="0" anchor="ctr">
                <a:noAutofit/>
              </a:bodyPr>
              <a:lstStyle/>
              <a:p>
                <a:endParaRPr lang="ko-KR" altLang="en-US"/>
              </a:p>
            </p:txBody>
          </p:sp>
        </p:grpSp>
        <p:grpSp>
          <p:nvGrpSpPr>
            <p:cNvPr id="276" name="그룹 275">
              <a:extLst>
                <a:ext uri="{FF2B5EF4-FFF2-40B4-BE49-F238E27FC236}">
                  <a16:creationId xmlns:a16="http://schemas.microsoft.com/office/drawing/2014/main" id="{4A829F17-FFC6-4F76-B5A6-43185245D1EB}"/>
                </a:ext>
              </a:extLst>
            </p:cNvPr>
            <p:cNvGrpSpPr/>
            <p:nvPr/>
          </p:nvGrpSpPr>
          <p:grpSpPr>
            <a:xfrm>
              <a:off x="2139748" y="1253262"/>
              <a:ext cx="1123213" cy="1122395"/>
              <a:chOff x="8211564" y="3416207"/>
              <a:chExt cx="1276923" cy="1275993"/>
            </a:xfrm>
          </p:grpSpPr>
          <p:sp>
            <p:nvSpPr>
              <p:cNvPr id="277" name="자유형: 도형 276">
                <a:extLst>
                  <a:ext uri="{FF2B5EF4-FFF2-40B4-BE49-F238E27FC236}">
                    <a16:creationId xmlns:a16="http://schemas.microsoft.com/office/drawing/2014/main" id="{A0EF66CB-DFDE-4506-8F4E-1BA310E97042}"/>
                  </a:ext>
                </a:extLst>
              </p:cNvPr>
              <p:cNvSpPr/>
              <p:nvPr/>
            </p:nvSpPr>
            <p:spPr>
              <a:xfrm>
                <a:off x="8211564" y="3417045"/>
                <a:ext cx="1276923" cy="1275155"/>
              </a:xfrm>
              <a:custGeom>
                <a:avLst/>
                <a:gdLst>
                  <a:gd name="connsiteX0" fmla="*/ 646700 w 1276923"/>
                  <a:gd name="connsiteY0" fmla="*/ 474741 h 1275155"/>
                  <a:gd name="connsiteX1" fmla="*/ 809537 w 1276923"/>
                  <a:gd name="connsiteY1" fmla="*/ 637578 h 1275155"/>
                  <a:gd name="connsiteX2" fmla="*/ 646700 w 1276923"/>
                  <a:gd name="connsiteY2" fmla="*/ 800415 h 1275155"/>
                  <a:gd name="connsiteX3" fmla="*/ 483863 w 1276923"/>
                  <a:gd name="connsiteY3" fmla="*/ 637578 h 1275155"/>
                  <a:gd name="connsiteX4" fmla="*/ 646700 w 1276923"/>
                  <a:gd name="connsiteY4" fmla="*/ 474741 h 1275155"/>
                  <a:gd name="connsiteX5" fmla="*/ 618690 w 1276923"/>
                  <a:gd name="connsiteY5" fmla="*/ 402307 h 1275155"/>
                  <a:gd name="connsiteX6" fmla="*/ 407593 w 1276923"/>
                  <a:gd name="connsiteY6" fmla="*/ 635695 h 1275155"/>
                  <a:gd name="connsiteX7" fmla="*/ 642291 w 1276923"/>
                  <a:gd name="connsiteY7" fmla="*/ 870721 h 1275155"/>
                  <a:gd name="connsiteX8" fmla="*/ 876970 w 1276923"/>
                  <a:gd name="connsiteY8" fmla="*/ 634439 h 1275155"/>
                  <a:gd name="connsiteX9" fmla="*/ 642002 w 1276923"/>
                  <a:gd name="connsiteY9" fmla="*/ 402484 h 1275155"/>
                  <a:gd name="connsiteX10" fmla="*/ 618690 w 1276923"/>
                  <a:gd name="connsiteY10" fmla="*/ 402307 h 1275155"/>
                  <a:gd name="connsiteX11" fmla="*/ 642644 w 1276923"/>
                  <a:gd name="connsiteY11" fmla="*/ 12 h 1275155"/>
                  <a:gd name="connsiteX12" fmla="*/ 729719 w 1276923"/>
                  <a:gd name="connsiteY12" fmla="*/ 6085 h 1275155"/>
                  <a:gd name="connsiteX13" fmla="*/ 738392 w 1276923"/>
                  <a:gd name="connsiteY13" fmla="*/ 15106 h 1275155"/>
                  <a:gd name="connsiteX14" fmla="*/ 753305 w 1276923"/>
                  <a:gd name="connsiteY14" fmla="*/ 158996 h 1275155"/>
                  <a:gd name="connsiteX15" fmla="*/ 768198 w 1276923"/>
                  <a:gd name="connsiteY15" fmla="*/ 177193 h 1275155"/>
                  <a:gd name="connsiteX16" fmla="*/ 880273 w 1276923"/>
                  <a:gd name="connsiteY16" fmla="*/ 225504 h 1275155"/>
                  <a:gd name="connsiteX17" fmla="*/ 896867 w 1276923"/>
                  <a:gd name="connsiteY17" fmla="*/ 224152 h 1275155"/>
                  <a:gd name="connsiteX18" fmla="*/ 1016553 w 1276923"/>
                  <a:gd name="connsiteY18" fmla="*/ 124613 h 1275155"/>
                  <a:gd name="connsiteX19" fmla="*/ 1114064 w 1276923"/>
                  <a:gd name="connsiteY19" fmla="*/ 211982 h 1275155"/>
                  <a:gd name="connsiteX20" fmla="*/ 1147926 w 1276923"/>
                  <a:gd name="connsiteY20" fmla="*/ 251582 h 1275155"/>
                  <a:gd name="connsiteX21" fmla="*/ 1147848 w 1276923"/>
                  <a:gd name="connsiteY21" fmla="*/ 266996 h 1275155"/>
                  <a:gd name="connsiteX22" fmla="*/ 1054491 w 1276923"/>
                  <a:gd name="connsiteY22" fmla="*/ 380154 h 1275155"/>
                  <a:gd name="connsiteX23" fmla="*/ 1052888 w 1276923"/>
                  <a:gd name="connsiteY23" fmla="*/ 395221 h 1275155"/>
                  <a:gd name="connsiteX24" fmla="*/ 1096215 w 1276923"/>
                  <a:gd name="connsiteY24" fmla="*/ 493852 h 1275155"/>
                  <a:gd name="connsiteX25" fmla="*/ 1102261 w 1276923"/>
                  <a:gd name="connsiteY25" fmla="*/ 519079 h 1275155"/>
                  <a:gd name="connsiteX26" fmla="*/ 1112035 w 1276923"/>
                  <a:gd name="connsiteY26" fmla="*/ 527289 h 1275155"/>
                  <a:gd name="connsiteX27" fmla="*/ 1258167 w 1276923"/>
                  <a:gd name="connsiteY27" fmla="*/ 540328 h 1275155"/>
                  <a:gd name="connsiteX28" fmla="*/ 1271418 w 1276923"/>
                  <a:gd name="connsiteY28" fmla="*/ 553502 h 1275155"/>
                  <a:gd name="connsiteX29" fmla="*/ 1276923 w 1276923"/>
                  <a:gd name="connsiteY29" fmla="*/ 606082 h 1275155"/>
                  <a:gd name="connsiteX30" fmla="*/ 1276904 w 1276923"/>
                  <a:gd name="connsiteY30" fmla="*/ 671740 h 1275155"/>
                  <a:gd name="connsiteX31" fmla="*/ 1271592 w 1276923"/>
                  <a:gd name="connsiteY31" fmla="*/ 723257 h 1275155"/>
                  <a:gd name="connsiteX32" fmla="*/ 1256892 w 1276923"/>
                  <a:gd name="connsiteY32" fmla="*/ 738015 h 1275155"/>
                  <a:gd name="connsiteX33" fmla="*/ 1111707 w 1276923"/>
                  <a:gd name="connsiteY33" fmla="*/ 750900 h 1275155"/>
                  <a:gd name="connsiteX34" fmla="*/ 1101778 w 1276923"/>
                  <a:gd name="connsiteY34" fmla="*/ 759167 h 1275155"/>
                  <a:gd name="connsiteX35" fmla="*/ 1053603 w 1276923"/>
                  <a:gd name="connsiteY35" fmla="*/ 880379 h 1275155"/>
                  <a:gd name="connsiteX36" fmla="*/ 1056577 w 1276923"/>
                  <a:gd name="connsiteY36" fmla="*/ 891544 h 1275155"/>
                  <a:gd name="connsiteX37" fmla="*/ 1151365 w 1276923"/>
                  <a:gd name="connsiteY37" fmla="*/ 1004779 h 1275155"/>
                  <a:gd name="connsiteX38" fmla="*/ 1157932 w 1276923"/>
                  <a:gd name="connsiteY38" fmla="*/ 1013008 h 1275155"/>
                  <a:gd name="connsiteX39" fmla="*/ 1130541 w 1276923"/>
                  <a:gd name="connsiteY39" fmla="*/ 1046716 h 1275155"/>
                  <a:gd name="connsiteX40" fmla="*/ 1053912 w 1276923"/>
                  <a:gd name="connsiteY40" fmla="*/ 1126919 h 1275155"/>
                  <a:gd name="connsiteX41" fmla="*/ 1032528 w 1276923"/>
                  <a:gd name="connsiteY41" fmla="*/ 1143338 h 1275155"/>
                  <a:gd name="connsiteX42" fmla="*/ 1015336 w 1276923"/>
                  <a:gd name="connsiteY42" fmla="*/ 1143087 h 1275155"/>
                  <a:gd name="connsiteX43" fmla="*/ 903666 w 1276923"/>
                  <a:gd name="connsiteY43" fmla="*/ 1050985 h 1275155"/>
                  <a:gd name="connsiteX44" fmla="*/ 884098 w 1276923"/>
                  <a:gd name="connsiteY44" fmla="*/ 1049652 h 1275155"/>
                  <a:gd name="connsiteX45" fmla="*/ 781468 w 1276923"/>
                  <a:gd name="connsiteY45" fmla="*/ 1095317 h 1275155"/>
                  <a:gd name="connsiteX46" fmla="*/ 752918 w 1276923"/>
                  <a:gd name="connsiteY46" fmla="*/ 1128773 h 1275155"/>
                  <a:gd name="connsiteX47" fmla="*/ 739725 w 1276923"/>
                  <a:gd name="connsiteY47" fmla="*/ 1269109 h 1275155"/>
                  <a:gd name="connsiteX48" fmla="*/ 677873 w 1276923"/>
                  <a:gd name="connsiteY48" fmla="*/ 1275155 h 1275155"/>
                  <a:gd name="connsiteX49" fmla="*/ 555405 w 1276923"/>
                  <a:gd name="connsiteY49" fmla="*/ 1271910 h 1275155"/>
                  <a:gd name="connsiteX50" fmla="*/ 546210 w 1276923"/>
                  <a:gd name="connsiteY50" fmla="*/ 1262696 h 1275155"/>
                  <a:gd name="connsiteX51" fmla="*/ 531240 w 1276923"/>
                  <a:gd name="connsiteY51" fmla="*/ 1123654 h 1275155"/>
                  <a:gd name="connsiteX52" fmla="*/ 513236 w 1276923"/>
                  <a:gd name="connsiteY52" fmla="*/ 1101421 h 1275155"/>
                  <a:gd name="connsiteX53" fmla="*/ 397974 w 1276923"/>
                  <a:gd name="connsiteY53" fmla="*/ 1053399 h 1275155"/>
                  <a:gd name="connsiteX54" fmla="*/ 384626 w 1276923"/>
                  <a:gd name="connsiteY54" fmla="*/ 1055254 h 1275155"/>
                  <a:gd name="connsiteX55" fmla="*/ 265422 w 1276923"/>
                  <a:gd name="connsiteY55" fmla="*/ 1155681 h 1275155"/>
                  <a:gd name="connsiteX56" fmla="*/ 129336 w 1276923"/>
                  <a:gd name="connsiteY56" fmla="*/ 1019093 h 1275155"/>
                  <a:gd name="connsiteX57" fmla="*/ 232835 w 1276923"/>
                  <a:gd name="connsiteY57" fmla="*/ 893573 h 1275155"/>
                  <a:gd name="connsiteX58" fmla="*/ 171021 w 1276923"/>
                  <a:gd name="connsiteY58" fmla="*/ 749219 h 1275155"/>
                  <a:gd name="connsiteX59" fmla="*/ 85912 w 1276923"/>
                  <a:gd name="connsiteY59" fmla="*/ 741260 h 1275155"/>
                  <a:gd name="connsiteX60" fmla="*/ 17646 w 1276923"/>
                  <a:gd name="connsiteY60" fmla="*/ 735098 h 1275155"/>
                  <a:gd name="connsiteX61" fmla="*/ 8819 w 1276923"/>
                  <a:gd name="connsiteY61" fmla="*/ 727333 h 1275155"/>
                  <a:gd name="connsiteX62" fmla="*/ 6076 w 1276923"/>
                  <a:gd name="connsiteY62" fmla="*/ 551647 h 1275155"/>
                  <a:gd name="connsiteX63" fmla="*/ 18323 w 1276923"/>
                  <a:gd name="connsiteY63" fmla="*/ 542742 h 1275155"/>
                  <a:gd name="connsiteX64" fmla="*/ 165168 w 1276923"/>
                  <a:gd name="connsiteY64" fmla="*/ 527154 h 1275155"/>
                  <a:gd name="connsiteX65" fmla="*/ 170558 w 1276923"/>
                  <a:gd name="connsiteY65" fmla="*/ 526575 h 1275155"/>
                  <a:gd name="connsiteX66" fmla="*/ 181124 w 1276923"/>
                  <a:gd name="connsiteY66" fmla="*/ 494431 h 1275155"/>
                  <a:gd name="connsiteX67" fmla="*/ 226112 w 1276923"/>
                  <a:gd name="connsiteY67" fmla="*/ 394699 h 1275155"/>
                  <a:gd name="connsiteX68" fmla="*/ 225417 w 1276923"/>
                  <a:gd name="connsiteY68" fmla="*/ 380675 h 1275155"/>
                  <a:gd name="connsiteX69" fmla="*/ 125163 w 1276923"/>
                  <a:gd name="connsiteY69" fmla="*/ 259984 h 1275155"/>
                  <a:gd name="connsiteX70" fmla="*/ 258314 w 1276923"/>
                  <a:gd name="connsiteY70" fmla="*/ 124342 h 1275155"/>
                  <a:gd name="connsiteX71" fmla="*/ 294243 w 1276923"/>
                  <a:gd name="connsiteY71" fmla="*/ 153704 h 1275155"/>
                  <a:gd name="connsiteX72" fmla="*/ 379989 w 1276923"/>
                  <a:gd name="connsiteY72" fmla="*/ 224190 h 1275155"/>
                  <a:gd name="connsiteX73" fmla="*/ 395636 w 1276923"/>
                  <a:gd name="connsiteY73" fmla="*/ 225659 h 1275155"/>
                  <a:gd name="connsiteX74" fmla="*/ 531935 w 1276923"/>
                  <a:gd name="connsiteY74" fmla="*/ 171243 h 1275155"/>
                  <a:gd name="connsiteX75" fmla="*/ 535180 w 1276923"/>
                  <a:gd name="connsiteY75" fmla="*/ 122797 h 1275155"/>
                  <a:gd name="connsiteX76" fmla="*/ 546191 w 1276923"/>
                  <a:gd name="connsiteY76" fmla="*/ 15357 h 1275155"/>
                  <a:gd name="connsiteX77" fmla="*/ 555540 w 1276923"/>
                  <a:gd name="connsiteY77" fmla="*/ 5834 h 1275155"/>
                  <a:gd name="connsiteX78" fmla="*/ 642644 w 1276923"/>
                  <a:gd name="connsiteY78" fmla="*/ 12 h 127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1276923" h="1275155">
                    <a:moveTo>
                      <a:pt x="646700" y="474741"/>
                    </a:moveTo>
                    <a:cubicBezTo>
                      <a:pt x="736632" y="474741"/>
                      <a:pt x="809537" y="547646"/>
                      <a:pt x="809537" y="637578"/>
                    </a:cubicBezTo>
                    <a:cubicBezTo>
                      <a:pt x="809537" y="727510"/>
                      <a:pt x="736632" y="800415"/>
                      <a:pt x="646700" y="800415"/>
                    </a:cubicBezTo>
                    <a:cubicBezTo>
                      <a:pt x="556768" y="800415"/>
                      <a:pt x="483863" y="727510"/>
                      <a:pt x="483863" y="637578"/>
                    </a:cubicBezTo>
                    <a:cubicBezTo>
                      <a:pt x="483863" y="547646"/>
                      <a:pt x="556768" y="474741"/>
                      <a:pt x="646700" y="474741"/>
                    </a:cubicBezTo>
                    <a:close/>
                    <a:moveTo>
                      <a:pt x="618690" y="402307"/>
                    </a:moveTo>
                    <a:cubicBezTo>
                      <a:pt x="503243" y="408591"/>
                      <a:pt x="406217" y="520156"/>
                      <a:pt x="407593" y="635695"/>
                    </a:cubicBezTo>
                    <a:cubicBezTo>
                      <a:pt x="409158" y="766932"/>
                      <a:pt x="512039" y="871185"/>
                      <a:pt x="642291" y="870721"/>
                    </a:cubicBezTo>
                    <a:cubicBezTo>
                      <a:pt x="773452" y="870257"/>
                      <a:pt x="876236" y="765715"/>
                      <a:pt x="876970" y="634439"/>
                    </a:cubicBezTo>
                    <a:cubicBezTo>
                      <a:pt x="877666" y="506949"/>
                      <a:pt x="763098" y="394467"/>
                      <a:pt x="642002" y="402484"/>
                    </a:cubicBezTo>
                    <a:cubicBezTo>
                      <a:pt x="634165" y="401937"/>
                      <a:pt x="626387" y="401888"/>
                      <a:pt x="618690" y="402307"/>
                    </a:cubicBezTo>
                    <a:close/>
                    <a:moveTo>
                      <a:pt x="642644" y="12"/>
                    </a:moveTo>
                    <a:cubicBezTo>
                      <a:pt x="671672" y="194"/>
                      <a:pt x="700696" y="2357"/>
                      <a:pt x="729719" y="6085"/>
                    </a:cubicBezTo>
                    <a:cubicBezTo>
                      <a:pt x="735301" y="6800"/>
                      <a:pt x="737774" y="9021"/>
                      <a:pt x="738392" y="15106"/>
                    </a:cubicBezTo>
                    <a:cubicBezTo>
                      <a:pt x="743221" y="63089"/>
                      <a:pt x="748804" y="110994"/>
                      <a:pt x="753305" y="158996"/>
                    </a:cubicBezTo>
                    <a:cubicBezTo>
                      <a:pt x="754290" y="169524"/>
                      <a:pt x="756415" y="174778"/>
                      <a:pt x="768198" y="177193"/>
                    </a:cubicBezTo>
                    <a:cubicBezTo>
                      <a:pt x="808744" y="185480"/>
                      <a:pt x="844306" y="206207"/>
                      <a:pt x="880273" y="225504"/>
                    </a:cubicBezTo>
                    <a:cubicBezTo>
                      <a:pt x="886783" y="229000"/>
                      <a:pt x="890704" y="229367"/>
                      <a:pt x="896867" y="224152"/>
                    </a:cubicBezTo>
                    <a:cubicBezTo>
                      <a:pt x="936408" y="190714"/>
                      <a:pt x="976432" y="157857"/>
                      <a:pt x="1016553" y="124613"/>
                    </a:cubicBezTo>
                    <a:cubicBezTo>
                      <a:pt x="1052038" y="151424"/>
                      <a:pt x="1084722" y="179859"/>
                      <a:pt x="1114064" y="211982"/>
                    </a:cubicBezTo>
                    <a:cubicBezTo>
                      <a:pt x="1125770" y="224789"/>
                      <a:pt x="1136355" y="238620"/>
                      <a:pt x="1147926" y="251582"/>
                    </a:cubicBezTo>
                    <a:cubicBezTo>
                      <a:pt x="1152987" y="257241"/>
                      <a:pt x="1152736" y="261124"/>
                      <a:pt x="1147848" y="266996"/>
                    </a:cubicBezTo>
                    <a:cubicBezTo>
                      <a:pt x="1116536" y="304567"/>
                      <a:pt x="1085765" y="342563"/>
                      <a:pt x="1054491" y="380154"/>
                    </a:cubicBezTo>
                    <a:cubicBezTo>
                      <a:pt x="1050125" y="385389"/>
                      <a:pt x="1049430" y="389329"/>
                      <a:pt x="1052888" y="395221"/>
                    </a:cubicBezTo>
                    <a:cubicBezTo>
                      <a:pt x="1071161" y="426398"/>
                      <a:pt x="1085649" y="459294"/>
                      <a:pt x="1096215" y="493852"/>
                    </a:cubicBezTo>
                    <a:cubicBezTo>
                      <a:pt x="1098746" y="502120"/>
                      <a:pt x="1100522" y="510619"/>
                      <a:pt x="1102261" y="519079"/>
                    </a:cubicBezTo>
                    <a:cubicBezTo>
                      <a:pt x="1103401" y="524662"/>
                      <a:pt x="1106124" y="526787"/>
                      <a:pt x="1112035" y="527289"/>
                    </a:cubicBezTo>
                    <a:cubicBezTo>
                      <a:pt x="1160752" y="531500"/>
                      <a:pt x="1209430" y="536407"/>
                      <a:pt x="1258167" y="540328"/>
                    </a:cubicBezTo>
                    <a:cubicBezTo>
                      <a:pt x="1267709" y="541101"/>
                      <a:pt x="1270703" y="544713"/>
                      <a:pt x="1271418" y="553502"/>
                    </a:cubicBezTo>
                    <a:cubicBezTo>
                      <a:pt x="1272828" y="571061"/>
                      <a:pt x="1275050" y="588562"/>
                      <a:pt x="1276923" y="606082"/>
                    </a:cubicBezTo>
                    <a:cubicBezTo>
                      <a:pt x="1276904" y="627968"/>
                      <a:pt x="1276904" y="649854"/>
                      <a:pt x="1276904" y="671740"/>
                    </a:cubicBezTo>
                    <a:cubicBezTo>
                      <a:pt x="1275069" y="688912"/>
                      <a:pt x="1272770" y="706046"/>
                      <a:pt x="1271592" y="723257"/>
                    </a:cubicBezTo>
                    <a:cubicBezTo>
                      <a:pt x="1270916" y="733186"/>
                      <a:pt x="1268018" y="737185"/>
                      <a:pt x="1256892" y="738015"/>
                    </a:cubicBezTo>
                    <a:cubicBezTo>
                      <a:pt x="1208445" y="741608"/>
                      <a:pt x="1160115" y="746708"/>
                      <a:pt x="1111707" y="750900"/>
                    </a:cubicBezTo>
                    <a:cubicBezTo>
                      <a:pt x="1105796" y="751421"/>
                      <a:pt x="1102879" y="753836"/>
                      <a:pt x="1101778" y="759167"/>
                    </a:cubicBezTo>
                    <a:cubicBezTo>
                      <a:pt x="1092835" y="802398"/>
                      <a:pt x="1074638" y="841920"/>
                      <a:pt x="1053603" y="880379"/>
                    </a:cubicBezTo>
                    <a:cubicBezTo>
                      <a:pt x="1052231" y="882890"/>
                      <a:pt x="1054278" y="888763"/>
                      <a:pt x="1056577" y="891544"/>
                    </a:cubicBezTo>
                    <a:cubicBezTo>
                      <a:pt x="1087986" y="929444"/>
                      <a:pt x="1119724" y="967073"/>
                      <a:pt x="1151365" y="1004779"/>
                    </a:cubicBezTo>
                    <a:cubicBezTo>
                      <a:pt x="1153412" y="1007232"/>
                      <a:pt x="1155363" y="1009763"/>
                      <a:pt x="1157932" y="1013008"/>
                    </a:cubicBezTo>
                    <a:cubicBezTo>
                      <a:pt x="1148776" y="1024366"/>
                      <a:pt x="1140335" y="1036169"/>
                      <a:pt x="1130541" y="1046716"/>
                    </a:cubicBezTo>
                    <a:cubicBezTo>
                      <a:pt x="1105371" y="1073798"/>
                      <a:pt x="1079796" y="1100513"/>
                      <a:pt x="1053912" y="1126919"/>
                    </a:cubicBezTo>
                    <a:cubicBezTo>
                      <a:pt x="1047692" y="1133274"/>
                      <a:pt x="1039424" y="1137581"/>
                      <a:pt x="1032528" y="1143338"/>
                    </a:cubicBezTo>
                    <a:cubicBezTo>
                      <a:pt x="1026424" y="1148457"/>
                      <a:pt x="1021788" y="1148476"/>
                      <a:pt x="1015336" y="1143087"/>
                    </a:cubicBezTo>
                    <a:cubicBezTo>
                      <a:pt x="978286" y="1112180"/>
                      <a:pt x="940658" y="1081969"/>
                      <a:pt x="903666" y="1050985"/>
                    </a:cubicBezTo>
                    <a:cubicBezTo>
                      <a:pt x="896616" y="1045093"/>
                      <a:pt x="892173" y="1044378"/>
                      <a:pt x="884098" y="1049652"/>
                    </a:cubicBezTo>
                    <a:cubicBezTo>
                      <a:pt x="852438" y="1070359"/>
                      <a:pt x="818363" y="1086025"/>
                      <a:pt x="781468" y="1095317"/>
                    </a:cubicBezTo>
                    <a:cubicBezTo>
                      <a:pt x="755449" y="1101884"/>
                      <a:pt x="755449" y="1102097"/>
                      <a:pt x="752918" y="1128773"/>
                    </a:cubicBezTo>
                    <a:cubicBezTo>
                      <a:pt x="748533" y="1174843"/>
                      <a:pt x="744245" y="1220933"/>
                      <a:pt x="739725" y="1269109"/>
                    </a:cubicBezTo>
                    <a:cubicBezTo>
                      <a:pt x="719133" y="1271234"/>
                      <a:pt x="698503" y="1275136"/>
                      <a:pt x="677873" y="1275155"/>
                    </a:cubicBezTo>
                    <a:cubicBezTo>
                      <a:pt x="637057" y="1275175"/>
                      <a:pt x="596240" y="1272953"/>
                      <a:pt x="555405" y="1271910"/>
                    </a:cubicBezTo>
                    <a:cubicBezTo>
                      <a:pt x="548799" y="1271736"/>
                      <a:pt x="546847" y="1268955"/>
                      <a:pt x="546210" y="1262696"/>
                    </a:cubicBezTo>
                    <a:cubicBezTo>
                      <a:pt x="541420" y="1216336"/>
                      <a:pt x="536300" y="1169995"/>
                      <a:pt x="531240" y="1123654"/>
                    </a:cubicBezTo>
                    <a:cubicBezTo>
                      <a:pt x="528844" y="1101710"/>
                      <a:pt x="532398" y="1106230"/>
                      <a:pt x="513236" y="1101421"/>
                    </a:cubicBezTo>
                    <a:cubicBezTo>
                      <a:pt x="472304" y="1091163"/>
                      <a:pt x="433806" y="1075555"/>
                      <a:pt x="397974" y="1053399"/>
                    </a:cubicBezTo>
                    <a:cubicBezTo>
                      <a:pt x="392333" y="1049922"/>
                      <a:pt x="389049" y="1051506"/>
                      <a:pt x="384626" y="1055254"/>
                    </a:cubicBezTo>
                    <a:cubicBezTo>
                      <a:pt x="344930" y="1088903"/>
                      <a:pt x="305041" y="1122341"/>
                      <a:pt x="265422" y="1155681"/>
                    </a:cubicBezTo>
                    <a:cubicBezTo>
                      <a:pt x="224374" y="1130376"/>
                      <a:pt x="154486" y="1060315"/>
                      <a:pt x="129336" y="1019093"/>
                    </a:cubicBezTo>
                    <a:cubicBezTo>
                      <a:pt x="163430" y="977736"/>
                      <a:pt x="197794" y="936050"/>
                      <a:pt x="232835" y="893573"/>
                    </a:cubicBezTo>
                    <a:cubicBezTo>
                      <a:pt x="201155" y="850670"/>
                      <a:pt x="184891" y="800852"/>
                      <a:pt x="171021" y="749219"/>
                    </a:cubicBezTo>
                    <a:cubicBezTo>
                      <a:pt x="142857" y="746592"/>
                      <a:pt x="114385" y="743907"/>
                      <a:pt x="85912" y="741260"/>
                    </a:cubicBezTo>
                    <a:cubicBezTo>
                      <a:pt x="63157" y="739155"/>
                      <a:pt x="40421" y="736953"/>
                      <a:pt x="17646" y="735098"/>
                    </a:cubicBezTo>
                    <a:cubicBezTo>
                      <a:pt x="12354" y="734673"/>
                      <a:pt x="9785" y="732877"/>
                      <a:pt x="8819" y="727333"/>
                    </a:cubicBezTo>
                    <a:cubicBezTo>
                      <a:pt x="-1227" y="668900"/>
                      <a:pt x="-3428" y="610409"/>
                      <a:pt x="6076" y="551647"/>
                    </a:cubicBezTo>
                    <a:cubicBezTo>
                      <a:pt x="7389" y="543573"/>
                      <a:pt x="12624" y="543360"/>
                      <a:pt x="18323" y="542742"/>
                    </a:cubicBezTo>
                    <a:cubicBezTo>
                      <a:pt x="67271" y="537527"/>
                      <a:pt x="116220" y="532350"/>
                      <a:pt x="165168" y="527154"/>
                    </a:cubicBezTo>
                    <a:cubicBezTo>
                      <a:pt x="167061" y="526961"/>
                      <a:pt x="168974" y="526748"/>
                      <a:pt x="170558" y="526575"/>
                    </a:cubicBezTo>
                    <a:cubicBezTo>
                      <a:pt x="174208" y="515583"/>
                      <a:pt x="178420" y="505191"/>
                      <a:pt x="181124" y="494431"/>
                    </a:cubicBezTo>
                    <a:cubicBezTo>
                      <a:pt x="190145" y="458444"/>
                      <a:pt x="206004" y="425606"/>
                      <a:pt x="226112" y="394699"/>
                    </a:cubicBezTo>
                    <a:cubicBezTo>
                      <a:pt x="229667" y="389252"/>
                      <a:pt x="229802" y="385910"/>
                      <a:pt x="225417" y="380675"/>
                    </a:cubicBezTo>
                    <a:cubicBezTo>
                      <a:pt x="191903" y="340786"/>
                      <a:pt x="158775" y="300550"/>
                      <a:pt x="125163" y="259984"/>
                    </a:cubicBezTo>
                    <a:cubicBezTo>
                      <a:pt x="163353" y="208467"/>
                      <a:pt x="206332" y="162493"/>
                      <a:pt x="258314" y="124342"/>
                    </a:cubicBezTo>
                    <a:cubicBezTo>
                      <a:pt x="270406" y="134213"/>
                      <a:pt x="282344" y="143949"/>
                      <a:pt x="294243" y="153704"/>
                    </a:cubicBezTo>
                    <a:cubicBezTo>
                      <a:pt x="322870" y="177154"/>
                      <a:pt x="351594" y="200469"/>
                      <a:pt x="379989" y="224190"/>
                    </a:cubicBezTo>
                    <a:cubicBezTo>
                      <a:pt x="385437" y="228749"/>
                      <a:pt x="388953" y="229251"/>
                      <a:pt x="395636" y="225659"/>
                    </a:cubicBezTo>
                    <a:cubicBezTo>
                      <a:pt x="438635" y="202536"/>
                      <a:pt x="481615" y="179105"/>
                      <a:pt x="531935" y="171243"/>
                    </a:cubicBezTo>
                    <a:cubicBezTo>
                      <a:pt x="532978" y="155249"/>
                      <a:pt x="533615" y="138984"/>
                      <a:pt x="535180" y="122797"/>
                    </a:cubicBezTo>
                    <a:cubicBezTo>
                      <a:pt x="538657" y="86964"/>
                      <a:pt x="542752" y="51190"/>
                      <a:pt x="546191" y="15357"/>
                    </a:cubicBezTo>
                    <a:cubicBezTo>
                      <a:pt x="546809" y="8906"/>
                      <a:pt x="549552" y="6703"/>
                      <a:pt x="555540" y="5834"/>
                    </a:cubicBezTo>
                    <a:cubicBezTo>
                      <a:pt x="584583" y="1633"/>
                      <a:pt x="613616" y="-169"/>
                      <a:pt x="642644" y="12"/>
                    </a:cubicBezTo>
                    <a:close/>
                  </a:path>
                </a:pathLst>
              </a:custGeom>
              <a:solidFill>
                <a:schemeClr val="bg1">
                  <a:lumMod val="85000"/>
                </a:schemeClr>
              </a:solidFill>
              <a:ln w="5358" cap="flat">
                <a:noFill/>
                <a:prstDash val="solid"/>
                <a:miter/>
              </a:ln>
            </p:spPr>
            <p:txBody>
              <a:bodyPr wrap="square" rtlCol="0" anchor="ctr">
                <a:noAutofit/>
              </a:bodyPr>
              <a:lstStyle/>
              <a:p>
                <a:endParaRPr lang="ko-KR" altLang="en-US"/>
              </a:p>
            </p:txBody>
          </p:sp>
          <p:sp>
            <p:nvSpPr>
              <p:cNvPr id="278" name="자유형: 도형 277">
                <a:extLst>
                  <a:ext uri="{FF2B5EF4-FFF2-40B4-BE49-F238E27FC236}">
                    <a16:creationId xmlns:a16="http://schemas.microsoft.com/office/drawing/2014/main" id="{3399A46C-467D-4255-9C37-055040BB2260}"/>
                  </a:ext>
                </a:extLst>
              </p:cNvPr>
              <p:cNvSpPr/>
              <p:nvPr/>
            </p:nvSpPr>
            <p:spPr>
              <a:xfrm>
                <a:off x="8865900" y="3416207"/>
                <a:ext cx="618741" cy="1274059"/>
              </a:xfrm>
              <a:custGeom>
                <a:avLst/>
                <a:gdLst>
                  <a:gd name="connsiteX0" fmla="*/ 0 w 618741"/>
                  <a:gd name="connsiteY0" fmla="*/ 475963 h 1274059"/>
                  <a:gd name="connsiteX1" fmla="*/ 51901 w 618741"/>
                  <a:gd name="connsiteY1" fmla="*/ 486442 h 1274059"/>
                  <a:gd name="connsiteX2" fmla="*/ 151355 w 618741"/>
                  <a:gd name="connsiteY2" fmla="*/ 636482 h 1274059"/>
                  <a:gd name="connsiteX3" fmla="*/ 51901 w 618741"/>
                  <a:gd name="connsiteY3" fmla="*/ 786523 h 1274059"/>
                  <a:gd name="connsiteX4" fmla="*/ 0 w 618741"/>
                  <a:gd name="connsiteY4" fmla="*/ 797001 h 1274059"/>
                  <a:gd name="connsiteX5" fmla="*/ 0 w 618741"/>
                  <a:gd name="connsiteY5" fmla="*/ 0 h 1274059"/>
                  <a:gd name="connsiteX6" fmla="*/ 71537 w 618741"/>
                  <a:gd name="connsiteY6" fmla="*/ 4989 h 1274059"/>
                  <a:gd name="connsiteX7" fmla="*/ 80210 w 618741"/>
                  <a:gd name="connsiteY7" fmla="*/ 14010 h 1274059"/>
                  <a:gd name="connsiteX8" fmla="*/ 95123 w 618741"/>
                  <a:gd name="connsiteY8" fmla="*/ 157900 h 1274059"/>
                  <a:gd name="connsiteX9" fmla="*/ 110016 w 618741"/>
                  <a:gd name="connsiteY9" fmla="*/ 176097 h 1274059"/>
                  <a:gd name="connsiteX10" fmla="*/ 222091 w 618741"/>
                  <a:gd name="connsiteY10" fmla="*/ 224408 h 1274059"/>
                  <a:gd name="connsiteX11" fmla="*/ 238685 w 618741"/>
                  <a:gd name="connsiteY11" fmla="*/ 223056 h 1274059"/>
                  <a:gd name="connsiteX12" fmla="*/ 358371 w 618741"/>
                  <a:gd name="connsiteY12" fmla="*/ 123517 h 1274059"/>
                  <a:gd name="connsiteX13" fmla="*/ 455882 w 618741"/>
                  <a:gd name="connsiteY13" fmla="*/ 210886 h 1274059"/>
                  <a:gd name="connsiteX14" fmla="*/ 489744 w 618741"/>
                  <a:gd name="connsiteY14" fmla="*/ 250486 h 1274059"/>
                  <a:gd name="connsiteX15" fmla="*/ 489666 w 618741"/>
                  <a:gd name="connsiteY15" fmla="*/ 265900 h 1274059"/>
                  <a:gd name="connsiteX16" fmla="*/ 396309 w 618741"/>
                  <a:gd name="connsiteY16" fmla="*/ 379058 h 1274059"/>
                  <a:gd name="connsiteX17" fmla="*/ 394706 w 618741"/>
                  <a:gd name="connsiteY17" fmla="*/ 394125 h 1274059"/>
                  <a:gd name="connsiteX18" fmla="*/ 438033 w 618741"/>
                  <a:gd name="connsiteY18" fmla="*/ 492756 h 1274059"/>
                  <a:gd name="connsiteX19" fmla="*/ 444079 w 618741"/>
                  <a:gd name="connsiteY19" fmla="*/ 517983 h 1274059"/>
                  <a:gd name="connsiteX20" fmla="*/ 453853 w 618741"/>
                  <a:gd name="connsiteY20" fmla="*/ 526193 h 1274059"/>
                  <a:gd name="connsiteX21" fmla="*/ 599985 w 618741"/>
                  <a:gd name="connsiteY21" fmla="*/ 539232 h 1274059"/>
                  <a:gd name="connsiteX22" fmla="*/ 613236 w 618741"/>
                  <a:gd name="connsiteY22" fmla="*/ 552406 h 1274059"/>
                  <a:gd name="connsiteX23" fmla="*/ 618741 w 618741"/>
                  <a:gd name="connsiteY23" fmla="*/ 604986 h 1274059"/>
                  <a:gd name="connsiteX24" fmla="*/ 618722 w 618741"/>
                  <a:gd name="connsiteY24" fmla="*/ 670644 h 1274059"/>
                  <a:gd name="connsiteX25" fmla="*/ 613410 w 618741"/>
                  <a:gd name="connsiteY25" fmla="*/ 722161 h 1274059"/>
                  <a:gd name="connsiteX26" fmla="*/ 598710 w 618741"/>
                  <a:gd name="connsiteY26" fmla="*/ 736919 h 1274059"/>
                  <a:gd name="connsiteX27" fmla="*/ 453525 w 618741"/>
                  <a:gd name="connsiteY27" fmla="*/ 749804 h 1274059"/>
                  <a:gd name="connsiteX28" fmla="*/ 443596 w 618741"/>
                  <a:gd name="connsiteY28" fmla="*/ 758071 h 1274059"/>
                  <a:gd name="connsiteX29" fmla="*/ 395421 w 618741"/>
                  <a:gd name="connsiteY29" fmla="*/ 879283 h 1274059"/>
                  <a:gd name="connsiteX30" fmla="*/ 398395 w 618741"/>
                  <a:gd name="connsiteY30" fmla="*/ 890448 h 1274059"/>
                  <a:gd name="connsiteX31" fmla="*/ 493183 w 618741"/>
                  <a:gd name="connsiteY31" fmla="*/ 1003683 h 1274059"/>
                  <a:gd name="connsiteX32" fmla="*/ 499750 w 618741"/>
                  <a:gd name="connsiteY32" fmla="*/ 1011912 h 1274059"/>
                  <a:gd name="connsiteX33" fmla="*/ 472359 w 618741"/>
                  <a:gd name="connsiteY33" fmla="*/ 1045620 h 1274059"/>
                  <a:gd name="connsiteX34" fmla="*/ 395730 w 618741"/>
                  <a:gd name="connsiteY34" fmla="*/ 1125823 h 1274059"/>
                  <a:gd name="connsiteX35" fmla="*/ 374346 w 618741"/>
                  <a:gd name="connsiteY35" fmla="*/ 1142242 h 1274059"/>
                  <a:gd name="connsiteX36" fmla="*/ 357154 w 618741"/>
                  <a:gd name="connsiteY36" fmla="*/ 1141991 h 1274059"/>
                  <a:gd name="connsiteX37" fmla="*/ 245484 w 618741"/>
                  <a:gd name="connsiteY37" fmla="*/ 1049889 h 1274059"/>
                  <a:gd name="connsiteX38" fmla="*/ 225916 w 618741"/>
                  <a:gd name="connsiteY38" fmla="*/ 1048556 h 1274059"/>
                  <a:gd name="connsiteX39" fmla="*/ 123286 w 618741"/>
                  <a:gd name="connsiteY39" fmla="*/ 1094221 h 1274059"/>
                  <a:gd name="connsiteX40" fmla="*/ 94736 w 618741"/>
                  <a:gd name="connsiteY40" fmla="*/ 1127677 h 1274059"/>
                  <a:gd name="connsiteX41" fmla="*/ 81543 w 618741"/>
                  <a:gd name="connsiteY41" fmla="*/ 1268013 h 1274059"/>
                  <a:gd name="connsiteX42" fmla="*/ 19691 w 618741"/>
                  <a:gd name="connsiteY42" fmla="*/ 1274059 h 1274059"/>
                  <a:gd name="connsiteX43" fmla="*/ 0 w 618741"/>
                  <a:gd name="connsiteY43" fmla="*/ 1273538 h 1274059"/>
                  <a:gd name="connsiteX44" fmla="*/ 0 w 618741"/>
                  <a:gd name="connsiteY44" fmla="*/ 867993 h 1274059"/>
                  <a:gd name="connsiteX45" fmla="*/ 31820 w 618741"/>
                  <a:gd name="connsiteY45" fmla="*/ 864724 h 1274059"/>
                  <a:gd name="connsiteX46" fmla="*/ 218788 w 618741"/>
                  <a:gd name="connsiteY46" fmla="*/ 633343 h 1274059"/>
                  <a:gd name="connsiteX47" fmla="*/ 28713 w 618741"/>
                  <a:gd name="connsiteY47" fmla="*/ 403824 h 1274059"/>
                  <a:gd name="connsiteX48" fmla="*/ 0 w 618741"/>
                  <a:gd name="connsiteY48" fmla="*/ 402266 h 1274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18741" h="1274059">
                    <a:moveTo>
                      <a:pt x="0" y="475963"/>
                    </a:moveTo>
                    <a:lnTo>
                      <a:pt x="51901" y="486442"/>
                    </a:lnTo>
                    <a:cubicBezTo>
                      <a:pt x="110346" y="511162"/>
                      <a:pt x="151355" y="569033"/>
                      <a:pt x="151355" y="636482"/>
                    </a:cubicBezTo>
                    <a:cubicBezTo>
                      <a:pt x="151355" y="703931"/>
                      <a:pt x="110346" y="761803"/>
                      <a:pt x="51901" y="786523"/>
                    </a:cubicBezTo>
                    <a:lnTo>
                      <a:pt x="0" y="797001"/>
                    </a:lnTo>
                    <a:close/>
                    <a:moveTo>
                      <a:pt x="0" y="0"/>
                    </a:moveTo>
                    <a:lnTo>
                      <a:pt x="71537" y="4989"/>
                    </a:lnTo>
                    <a:cubicBezTo>
                      <a:pt x="77119" y="5704"/>
                      <a:pt x="79592" y="7925"/>
                      <a:pt x="80210" y="14010"/>
                    </a:cubicBezTo>
                    <a:cubicBezTo>
                      <a:pt x="85039" y="61993"/>
                      <a:pt x="90622" y="109898"/>
                      <a:pt x="95123" y="157900"/>
                    </a:cubicBezTo>
                    <a:cubicBezTo>
                      <a:pt x="96108" y="168428"/>
                      <a:pt x="98233" y="173682"/>
                      <a:pt x="110016" y="176097"/>
                    </a:cubicBezTo>
                    <a:cubicBezTo>
                      <a:pt x="150562" y="184384"/>
                      <a:pt x="186124" y="205111"/>
                      <a:pt x="222091" y="224408"/>
                    </a:cubicBezTo>
                    <a:cubicBezTo>
                      <a:pt x="228601" y="227904"/>
                      <a:pt x="232522" y="228271"/>
                      <a:pt x="238685" y="223056"/>
                    </a:cubicBezTo>
                    <a:cubicBezTo>
                      <a:pt x="278226" y="189618"/>
                      <a:pt x="318250" y="156761"/>
                      <a:pt x="358371" y="123517"/>
                    </a:cubicBezTo>
                    <a:cubicBezTo>
                      <a:pt x="393856" y="150328"/>
                      <a:pt x="426540" y="178763"/>
                      <a:pt x="455882" y="210886"/>
                    </a:cubicBezTo>
                    <a:cubicBezTo>
                      <a:pt x="467588" y="223693"/>
                      <a:pt x="478173" y="237524"/>
                      <a:pt x="489744" y="250486"/>
                    </a:cubicBezTo>
                    <a:cubicBezTo>
                      <a:pt x="494805" y="256145"/>
                      <a:pt x="494554" y="260028"/>
                      <a:pt x="489666" y="265900"/>
                    </a:cubicBezTo>
                    <a:cubicBezTo>
                      <a:pt x="458354" y="303471"/>
                      <a:pt x="427583" y="341467"/>
                      <a:pt x="396309" y="379058"/>
                    </a:cubicBezTo>
                    <a:cubicBezTo>
                      <a:pt x="391943" y="384293"/>
                      <a:pt x="391248" y="388233"/>
                      <a:pt x="394706" y="394125"/>
                    </a:cubicBezTo>
                    <a:cubicBezTo>
                      <a:pt x="412979" y="425302"/>
                      <a:pt x="427467" y="458198"/>
                      <a:pt x="438033" y="492756"/>
                    </a:cubicBezTo>
                    <a:cubicBezTo>
                      <a:pt x="440564" y="501024"/>
                      <a:pt x="442340" y="509523"/>
                      <a:pt x="444079" y="517983"/>
                    </a:cubicBezTo>
                    <a:cubicBezTo>
                      <a:pt x="445219" y="523566"/>
                      <a:pt x="447942" y="525691"/>
                      <a:pt x="453853" y="526193"/>
                    </a:cubicBezTo>
                    <a:cubicBezTo>
                      <a:pt x="502570" y="530404"/>
                      <a:pt x="551248" y="535311"/>
                      <a:pt x="599985" y="539232"/>
                    </a:cubicBezTo>
                    <a:cubicBezTo>
                      <a:pt x="609527" y="540005"/>
                      <a:pt x="612521" y="543617"/>
                      <a:pt x="613236" y="552406"/>
                    </a:cubicBezTo>
                    <a:cubicBezTo>
                      <a:pt x="614646" y="569965"/>
                      <a:pt x="616868" y="587466"/>
                      <a:pt x="618741" y="604986"/>
                    </a:cubicBezTo>
                    <a:cubicBezTo>
                      <a:pt x="618722" y="626872"/>
                      <a:pt x="618722" y="648758"/>
                      <a:pt x="618722" y="670644"/>
                    </a:cubicBezTo>
                    <a:cubicBezTo>
                      <a:pt x="616887" y="687816"/>
                      <a:pt x="614588" y="704950"/>
                      <a:pt x="613410" y="722161"/>
                    </a:cubicBezTo>
                    <a:cubicBezTo>
                      <a:pt x="612734" y="732090"/>
                      <a:pt x="609836" y="736089"/>
                      <a:pt x="598710" y="736919"/>
                    </a:cubicBezTo>
                    <a:cubicBezTo>
                      <a:pt x="550263" y="740512"/>
                      <a:pt x="501933" y="745612"/>
                      <a:pt x="453525" y="749804"/>
                    </a:cubicBezTo>
                    <a:cubicBezTo>
                      <a:pt x="447614" y="750325"/>
                      <a:pt x="444697" y="752740"/>
                      <a:pt x="443596" y="758071"/>
                    </a:cubicBezTo>
                    <a:cubicBezTo>
                      <a:pt x="434653" y="801302"/>
                      <a:pt x="416456" y="840824"/>
                      <a:pt x="395421" y="879283"/>
                    </a:cubicBezTo>
                    <a:cubicBezTo>
                      <a:pt x="394049" y="881794"/>
                      <a:pt x="396096" y="887667"/>
                      <a:pt x="398395" y="890448"/>
                    </a:cubicBezTo>
                    <a:cubicBezTo>
                      <a:pt x="429804" y="928348"/>
                      <a:pt x="461542" y="965977"/>
                      <a:pt x="493183" y="1003683"/>
                    </a:cubicBezTo>
                    <a:cubicBezTo>
                      <a:pt x="495230" y="1006136"/>
                      <a:pt x="497181" y="1008667"/>
                      <a:pt x="499750" y="1011912"/>
                    </a:cubicBezTo>
                    <a:cubicBezTo>
                      <a:pt x="490594" y="1023270"/>
                      <a:pt x="482153" y="1035073"/>
                      <a:pt x="472359" y="1045620"/>
                    </a:cubicBezTo>
                    <a:cubicBezTo>
                      <a:pt x="447189" y="1072702"/>
                      <a:pt x="421614" y="1099417"/>
                      <a:pt x="395730" y="1125823"/>
                    </a:cubicBezTo>
                    <a:cubicBezTo>
                      <a:pt x="389510" y="1132178"/>
                      <a:pt x="381242" y="1136485"/>
                      <a:pt x="374346" y="1142242"/>
                    </a:cubicBezTo>
                    <a:cubicBezTo>
                      <a:pt x="368242" y="1147361"/>
                      <a:pt x="363606" y="1147380"/>
                      <a:pt x="357154" y="1141991"/>
                    </a:cubicBezTo>
                    <a:cubicBezTo>
                      <a:pt x="320104" y="1111084"/>
                      <a:pt x="282476" y="1080873"/>
                      <a:pt x="245484" y="1049889"/>
                    </a:cubicBezTo>
                    <a:cubicBezTo>
                      <a:pt x="238434" y="1043997"/>
                      <a:pt x="233991" y="1043282"/>
                      <a:pt x="225916" y="1048556"/>
                    </a:cubicBezTo>
                    <a:cubicBezTo>
                      <a:pt x="194256" y="1069263"/>
                      <a:pt x="160181" y="1084929"/>
                      <a:pt x="123286" y="1094221"/>
                    </a:cubicBezTo>
                    <a:cubicBezTo>
                      <a:pt x="97267" y="1100788"/>
                      <a:pt x="97267" y="1101001"/>
                      <a:pt x="94736" y="1127677"/>
                    </a:cubicBezTo>
                    <a:cubicBezTo>
                      <a:pt x="90351" y="1173747"/>
                      <a:pt x="86063" y="1219837"/>
                      <a:pt x="81543" y="1268013"/>
                    </a:cubicBezTo>
                    <a:cubicBezTo>
                      <a:pt x="60951" y="1270138"/>
                      <a:pt x="40321" y="1274040"/>
                      <a:pt x="19691" y="1274059"/>
                    </a:cubicBezTo>
                    <a:lnTo>
                      <a:pt x="0" y="1273538"/>
                    </a:lnTo>
                    <a:lnTo>
                      <a:pt x="0" y="867993"/>
                    </a:lnTo>
                    <a:lnTo>
                      <a:pt x="31820" y="864724"/>
                    </a:lnTo>
                    <a:cubicBezTo>
                      <a:pt x="139371" y="842608"/>
                      <a:pt x="218146" y="748210"/>
                      <a:pt x="218788" y="633343"/>
                    </a:cubicBezTo>
                    <a:cubicBezTo>
                      <a:pt x="219397" y="521789"/>
                      <a:pt x="131757" y="421726"/>
                      <a:pt x="28713" y="403824"/>
                    </a:cubicBezTo>
                    <a:lnTo>
                      <a:pt x="0" y="402266"/>
                    </a:lnTo>
                    <a:close/>
                  </a:path>
                </a:pathLst>
              </a:custGeom>
              <a:solidFill>
                <a:schemeClr val="bg1">
                  <a:lumMod val="75000"/>
                </a:schemeClr>
              </a:solidFill>
              <a:ln w="5358" cap="flat">
                <a:noFill/>
                <a:prstDash val="solid"/>
                <a:miter/>
              </a:ln>
            </p:spPr>
            <p:txBody>
              <a:bodyPr wrap="square" rtlCol="0" anchor="ctr">
                <a:noAutofit/>
              </a:bodyPr>
              <a:lstStyle/>
              <a:p>
                <a:endParaRPr lang="ko-KR" altLang="en-US"/>
              </a:p>
            </p:txBody>
          </p:sp>
        </p:grpSp>
      </p:grpSp>
    </p:spTree>
    <p:extLst>
      <p:ext uri="{BB962C8B-B14F-4D97-AF65-F5344CB8AC3E}">
        <p14:creationId xmlns:p14="http://schemas.microsoft.com/office/powerpoint/2010/main" val="31548755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그룹 5">
            <a:extLst>
              <a:ext uri="{FF2B5EF4-FFF2-40B4-BE49-F238E27FC236}">
                <a16:creationId xmlns:a16="http://schemas.microsoft.com/office/drawing/2014/main" id="{DC9215B8-7F1B-4E9E-B15E-39DEECCA8655}"/>
              </a:ext>
            </a:extLst>
          </p:cNvPr>
          <p:cNvGrpSpPr/>
          <p:nvPr/>
        </p:nvGrpSpPr>
        <p:grpSpPr>
          <a:xfrm>
            <a:off x="-146" y="4543908"/>
            <a:ext cx="12192145" cy="1395319"/>
            <a:chOff x="-145" y="4883051"/>
            <a:chExt cx="12192145" cy="1395319"/>
          </a:xfrm>
        </p:grpSpPr>
        <p:sp>
          <p:nvSpPr>
            <p:cNvPr id="7" name="TextBox 6">
              <a:extLst>
                <a:ext uri="{FF2B5EF4-FFF2-40B4-BE49-F238E27FC236}">
                  <a16:creationId xmlns:a16="http://schemas.microsoft.com/office/drawing/2014/main" id="{9983C5F5-76CA-4D82-AEB4-D79C531EA687}"/>
                </a:ext>
              </a:extLst>
            </p:cNvPr>
            <p:cNvSpPr txBox="1"/>
            <p:nvPr/>
          </p:nvSpPr>
          <p:spPr>
            <a:xfrm>
              <a:off x="-145" y="4883051"/>
              <a:ext cx="12191999" cy="1015663"/>
            </a:xfrm>
            <a:prstGeom prst="rect">
              <a:avLst/>
            </a:prstGeom>
            <a:noFill/>
          </p:spPr>
          <p:txBody>
            <a:bodyPr wrap="square" rtlCol="0" anchor="ctr">
              <a:spAutoFit/>
            </a:bodyPr>
            <a:lstStyle/>
            <a:p>
              <a:pPr algn="ctr"/>
              <a:r>
                <a:rPr lang="en-US" altLang="ko-KR" sz="6000" dirty="0">
                  <a:solidFill>
                    <a:schemeClr val="tx1">
                      <a:lumMod val="85000"/>
                      <a:lumOff val="15000"/>
                    </a:schemeClr>
                  </a:solidFill>
                  <a:cs typeface="Arial" pitchFamily="34" charset="0"/>
                </a:rPr>
                <a:t>THANK YOU</a:t>
              </a:r>
              <a:endParaRPr lang="ko-KR" altLang="en-US" sz="6000" dirty="0">
                <a:solidFill>
                  <a:schemeClr val="tx1">
                    <a:lumMod val="85000"/>
                    <a:lumOff val="15000"/>
                  </a:schemeClr>
                </a:solidFill>
                <a:cs typeface="Arial" pitchFamily="34" charset="0"/>
              </a:endParaRPr>
            </a:p>
          </p:txBody>
        </p:sp>
        <p:sp>
          <p:nvSpPr>
            <p:cNvPr id="8" name="TextBox 7">
              <a:extLst>
                <a:ext uri="{FF2B5EF4-FFF2-40B4-BE49-F238E27FC236}">
                  <a16:creationId xmlns:a16="http://schemas.microsoft.com/office/drawing/2014/main" id="{2E43EE59-F555-4E9B-AFA8-8CB88DA9866D}"/>
                </a:ext>
              </a:extLst>
            </p:cNvPr>
            <p:cNvSpPr txBox="1"/>
            <p:nvPr/>
          </p:nvSpPr>
          <p:spPr>
            <a:xfrm>
              <a:off x="148" y="5898714"/>
              <a:ext cx="12191852" cy="379656"/>
            </a:xfrm>
            <a:prstGeom prst="rect">
              <a:avLst/>
            </a:prstGeom>
            <a:noFill/>
          </p:spPr>
          <p:txBody>
            <a:bodyPr wrap="square" rtlCol="0" anchor="ctr">
              <a:spAutoFit/>
            </a:bodyPr>
            <a:lstStyle/>
            <a:p>
              <a:pPr algn="ctr"/>
              <a:r>
                <a:rPr lang="en-US" altLang="ko-KR" sz="1867" b="1" dirty="0">
                  <a:solidFill>
                    <a:schemeClr val="tx1">
                      <a:lumMod val="85000"/>
                      <a:lumOff val="15000"/>
                    </a:schemeClr>
                  </a:solidFill>
                  <a:cs typeface="Arial" pitchFamily="34" charset="0"/>
                </a:rPr>
                <a:t>NON-PROFIT ORGANIZATION ACCOUNT</a:t>
              </a:r>
              <a:endParaRPr lang="ko-KR" altLang="en-US" sz="1867" b="1" dirty="0">
                <a:solidFill>
                  <a:schemeClr val="tx1">
                    <a:lumMod val="85000"/>
                    <a:lumOff val="15000"/>
                  </a:schemeClr>
                </a:solidFill>
                <a:cs typeface="Arial" pitchFamily="34" charset="0"/>
              </a:endParaRPr>
            </a:p>
          </p:txBody>
        </p:sp>
      </p:grpSp>
    </p:spTree>
    <p:extLst>
      <p:ext uri="{BB962C8B-B14F-4D97-AF65-F5344CB8AC3E}">
        <p14:creationId xmlns:p14="http://schemas.microsoft.com/office/powerpoint/2010/main" val="821656516"/>
      </p:ext>
    </p:extLst>
  </p:cSld>
  <p:clrMapOvr>
    <a:masterClrMapping/>
  </p:clrMapOvr>
</p:sld>
</file>

<file path=ppt/theme/theme1.xml><?xml version="1.0" encoding="utf-8"?>
<a:theme xmlns:a="http://schemas.openxmlformats.org/drawingml/2006/main" name="Cover and End Slide Master">
  <a:themeElements>
    <a:clrScheme name="ALLPPT-301">
      <a:dk1>
        <a:sysClr val="windowText" lastClr="000000"/>
      </a:dk1>
      <a:lt1>
        <a:sysClr val="window" lastClr="FFFFFF"/>
      </a:lt1>
      <a:dk2>
        <a:srgbClr val="1F497D"/>
      </a:dk2>
      <a:lt2>
        <a:srgbClr val="EEECE1"/>
      </a:lt2>
      <a:accent1>
        <a:srgbClr val="FD2906"/>
      </a:accent1>
      <a:accent2>
        <a:srgbClr val="262626"/>
      </a:accent2>
      <a:accent3>
        <a:srgbClr val="FD2906"/>
      </a:accent3>
      <a:accent4>
        <a:srgbClr val="262626"/>
      </a:accent4>
      <a:accent5>
        <a:srgbClr val="FD2906"/>
      </a:accent5>
      <a:accent6>
        <a:srgbClr val="262626"/>
      </a:accent6>
      <a:hlink>
        <a:srgbClr val="0000FF"/>
      </a:hlink>
      <a:folHlink>
        <a:srgbClr val="800080"/>
      </a:folHlink>
    </a:clrScheme>
    <a:fontScheme name="ALLPPT -Arial">
      <a:majorFont>
        <a:latin typeface="Arial"/>
        <a:ea typeface="Microsoft JhengHei UI"/>
        <a:cs typeface=""/>
      </a:majorFont>
      <a:minorFont>
        <a:latin typeface="Arial"/>
        <a:ea typeface="Microsoft JhengHei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301">
      <a:dk1>
        <a:sysClr val="windowText" lastClr="000000"/>
      </a:dk1>
      <a:lt1>
        <a:sysClr val="window" lastClr="FFFFFF"/>
      </a:lt1>
      <a:dk2>
        <a:srgbClr val="1F497D"/>
      </a:dk2>
      <a:lt2>
        <a:srgbClr val="EEECE1"/>
      </a:lt2>
      <a:accent1>
        <a:srgbClr val="FD2906"/>
      </a:accent1>
      <a:accent2>
        <a:srgbClr val="262626"/>
      </a:accent2>
      <a:accent3>
        <a:srgbClr val="FD2906"/>
      </a:accent3>
      <a:accent4>
        <a:srgbClr val="262626"/>
      </a:accent4>
      <a:accent5>
        <a:srgbClr val="FD2906"/>
      </a:accent5>
      <a:accent6>
        <a:srgbClr val="262626"/>
      </a:accent6>
      <a:hlink>
        <a:srgbClr val="0000FF"/>
      </a:hlink>
      <a:folHlink>
        <a:srgbClr val="800080"/>
      </a:folHlink>
    </a:clrScheme>
    <a:fontScheme name="ALLPPT -Arial">
      <a:majorFont>
        <a:latin typeface="Arial"/>
        <a:ea typeface="Microsoft JhengHei UI"/>
        <a:cs typeface=""/>
      </a:majorFont>
      <a:minorFont>
        <a:latin typeface="Arial"/>
        <a:ea typeface="Microsoft JhengHei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ection Break Slide Master">
  <a:themeElements>
    <a:clrScheme name="ALLPPT-301">
      <a:dk1>
        <a:sysClr val="windowText" lastClr="000000"/>
      </a:dk1>
      <a:lt1>
        <a:sysClr val="window" lastClr="FFFFFF"/>
      </a:lt1>
      <a:dk2>
        <a:srgbClr val="1F497D"/>
      </a:dk2>
      <a:lt2>
        <a:srgbClr val="EEECE1"/>
      </a:lt2>
      <a:accent1>
        <a:srgbClr val="FD2906"/>
      </a:accent1>
      <a:accent2>
        <a:srgbClr val="262626"/>
      </a:accent2>
      <a:accent3>
        <a:srgbClr val="FD2906"/>
      </a:accent3>
      <a:accent4>
        <a:srgbClr val="262626"/>
      </a:accent4>
      <a:accent5>
        <a:srgbClr val="FD2906"/>
      </a:accent5>
      <a:accent6>
        <a:srgbClr val="262626"/>
      </a:accent6>
      <a:hlink>
        <a:srgbClr val="0000FF"/>
      </a:hlink>
      <a:folHlink>
        <a:srgbClr val="800080"/>
      </a:folHlink>
    </a:clrScheme>
    <a:fontScheme name="ALLPPT -Arial">
      <a:majorFont>
        <a:latin typeface="Arial"/>
        <a:ea typeface="Microsoft JhengHei UI"/>
        <a:cs typeface=""/>
      </a:majorFont>
      <a:minorFont>
        <a:latin typeface="Arial"/>
        <a:ea typeface="Microsoft JhengHei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